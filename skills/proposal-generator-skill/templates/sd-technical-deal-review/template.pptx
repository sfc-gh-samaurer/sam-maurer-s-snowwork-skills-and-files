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Montserrat"/>
      <p:regular r:id="rId23"/>
      <p:bold r:id="rId24"/>
      <p:italic r:id="rId25"/>
      <p:boldItalic r:id="rId26"/>
    </p:embeddedFont>
    <p:embeddedFont>
      <p:font typeface="La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735AAE6-CB1A-4152-9009-68C0DF7E0538}">
  <a:tblStyle styleId="{C735AAE6-CB1A-4152-9009-68C0DF7E0538}"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55457D9A-C1B9-4160-BD5C-B70F061C3EF8}"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D701212E-F621-4485-8817-783C0675FF43}" styleName="Table_2">
    <a:wholeTbl>
      <a:tcTxStyle b="off" i="off">
        <a:font>
          <a:latin typeface="Arial"/>
          <a:ea typeface="Arial"/>
          <a:cs typeface="Arial"/>
        </a:font>
        <a:srgbClr val="262626"/>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7F2FB"/>
          </a:solidFill>
        </a:fill>
      </a:tcStyle>
    </a:wholeTbl>
    <a:band1H>
      <a:tcTxStyle b="off" i="off"/>
      <a:tcStyle>
        <a:fill>
          <a:solidFill>
            <a:srgbClr val="CBE5F6"/>
          </a:solidFill>
        </a:fill>
      </a:tcStyle>
    </a:band1H>
    <a:band2H>
      <a:tcTxStyle b="off" i="off"/>
    </a:band2H>
    <a:band1V>
      <a:tcTxStyle b="off" i="off"/>
      <a:tcStyle>
        <a:fill>
          <a:solidFill>
            <a:srgbClr val="CBE5F6"/>
          </a:solidFill>
        </a:fill>
      </a:tcStyle>
    </a:band1V>
    <a:band2V>
      <a:tcTxStyle b="off" i="off"/>
    </a:band2V>
    <a:lastCol>
      <a:tcTxStyle b="on" i="off">
        <a:font>
          <a:latin typeface="Arial"/>
          <a:ea typeface="Arial"/>
          <a:cs typeface="Arial"/>
        </a:font>
        <a:srgbClr val="FFFFFF"/>
      </a:tcTxStyle>
      <a:tcStyle>
        <a:fill>
          <a:solidFill>
            <a:srgbClr val="29B5E8"/>
          </a:solidFill>
        </a:fill>
      </a:tcStyle>
    </a:lastCol>
    <a:firstCol>
      <a:tcTxStyle b="on" i="off">
        <a:font>
          <a:latin typeface="Arial"/>
          <a:ea typeface="Arial"/>
          <a:cs typeface="Arial"/>
        </a:font>
        <a:srgbClr val="FFFFFF"/>
      </a:tcTxStyle>
      <a:tcStyle>
        <a:fill>
          <a:solidFill>
            <a:srgbClr val="29B5E8"/>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29B5E8"/>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29B5E8"/>
          </a:solidFill>
        </a:fill>
      </a:tcStyle>
    </a:firstRow>
    <a:neCell>
      <a:tcTxStyle b="off" i="off"/>
    </a:neCell>
    <a:nwCell>
      <a:tcTxStyle b="off" i="off"/>
    </a:nwCell>
  </a:tblStyle>
  <a:tblStyle styleId="{D0926092-58F6-4A26-AC48-2F5012AF6B4A}" styleName="Table_3">
    <a:wholeTbl>
      <a:tcTxStyle b="off" i="off">
        <a:font>
          <a:latin typeface="Arial"/>
          <a:ea typeface="Arial"/>
          <a:cs typeface="Arial"/>
        </a:font>
        <a:srgbClr val="000000"/>
      </a:tcTxStyle>
      <a:tcStyle>
        <a:tcBdr>
          <a:left>
            <a:ln cap="flat" cmpd="sng" w="9525">
              <a:solidFill>
                <a:srgbClr val="808080"/>
              </a:solidFill>
              <a:prstDash val="solid"/>
              <a:round/>
              <a:headEnd len="sm" w="sm" type="none"/>
              <a:tailEnd len="sm" w="sm" type="none"/>
            </a:ln>
          </a:left>
          <a:right>
            <a:ln cap="flat" cmpd="sng" w="9525">
              <a:solidFill>
                <a:srgbClr val="808080"/>
              </a:solidFill>
              <a:prstDash val="solid"/>
              <a:round/>
              <a:headEnd len="sm" w="sm" type="none"/>
              <a:tailEnd len="sm" w="sm" type="none"/>
            </a:ln>
          </a:right>
          <a:top>
            <a:ln cap="flat" cmpd="sng" w="9525">
              <a:solidFill>
                <a:srgbClr val="808080"/>
              </a:solidFill>
              <a:prstDash val="solid"/>
              <a:round/>
              <a:headEnd len="sm" w="sm" type="none"/>
              <a:tailEnd len="sm" w="sm" type="none"/>
            </a:ln>
          </a:top>
          <a:bottom>
            <a:ln cap="flat" cmpd="sng" w="9525">
              <a:solidFill>
                <a:srgbClr val="808080"/>
              </a:solidFill>
              <a:prstDash val="solid"/>
              <a:round/>
              <a:headEnd len="sm" w="sm" type="none"/>
              <a:tailEnd len="sm" w="sm" type="none"/>
            </a:ln>
          </a:bottom>
          <a:insideH>
            <a:ln cap="flat" cmpd="sng" w="9525">
              <a:solidFill>
                <a:srgbClr val="808080"/>
              </a:solidFill>
              <a:prstDash val="solid"/>
              <a:round/>
              <a:headEnd len="sm" w="sm" type="none"/>
              <a:tailEnd len="sm" w="sm" type="none"/>
            </a:ln>
          </a:insideH>
          <a:insideV>
            <a:ln cap="flat" cmpd="sng" w="9525">
              <a:solidFill>
                <a:srgbClr val="80808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Lat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7" name="Google Shape;35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highlight>
                <a:schemeClr val="accent3"/>
              </a:highligh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2" name="Google Shape;40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1" name="Google Shape;41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1" name="Google Shape;42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0" name="Google Shape;43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7.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9.png"/><Relationship Id="rId4"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1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1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19.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7.png"/><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1">
  <p:cSld name="Data Cloud_1_1_1">
    <p:bg>
      <p:bgPr>
        <a:solidFill>
          <a:schemeClr val="accent1"/>
        </a:solidFill>
      </p:bgPr>
    </p:bg>
    <p:spTree>
      <p:nvGrpSpPr>
        <p:cNvPr id="9" name="Shape 9"/>
        <p:cNvGrpSpPr/>
        <p:nvPr/>
      </p:nvGrpSpPr>
      <p:grpSpPr>
        <a:xfrm>
          <a:off x="0" y="0"/>
          <a:ext cx="0" cy="0"/>
          <a:chOff x="0" y="0"/>
          <a:chExt cx="0" cy="0"/>
        </a:xfrm>
      </p:grpSpPr>
      <p:grpSp>
        <p:nvGrpSpPr>
          <p:cNvPr id="10" name="Google Shape;10;p2"/>
          <p:cNvGrpSpPr/>
          <p:nvPr/>
        </p:nvGrpSpPr>
        <p:grpSpPr>
          <a:xfrm>
            <a:off x="-10" y="3770439"/>
            <a:ext cx="9143997" cy="1371564"/>
            <a:chOff x="-10" y="3735321"/>
            <a:chExt cx="9139427" cy="1408177"/>
          </a:xfrm>
        </p:grpSpPr>
        <p:pic>
          <p:nvPicPr>
            <p:cNvPr id="11" name="Google Shape;11;p2"/>
            <p:cNvPicPr preferRelativeResize="0"/>
            <p:nvPr/>
          </p:nvPicPr>
          <p:blipFill rotWithShape="1">
            <a:blip r:embed="rId2">
              <a:alphaModFix/>
            </a:blip>
            <a:srcRect b="0" l="0" r="0" t="0"/>
            <a:stretch/>
          </p:blipFill>
          <p:spPr>
            <a:xfrm>
              <a:off x="-10" y="3735321"/>
              <a:ext cx="3044952" cy="1408177"/>
            </a:xfrm>
            <a:prstGeom prst="rect">
              <a:avLst/>
            </a:prstGeom>
            <a:noFill/>
            <a:ln>
              <a:noFill/>
            </a:ln>
          </p:spPr>
        </p:pic>
        <p:pic>
          <p:nvPicPr>
            <p:cNvPr id="12" name="Google Shape;12;p2"/>
            <p:cNvPicPr preferRelativeResize="0"/>
            <p:nvPr/>
          </p:nvPicPr>
          <p:blipFill rotWithShape="1">
            <a:blip r:embed="rId3">
              <a:alphaModFix/>
            </a:blip>
            <a:srcRect b="137" l="0" r="0" t="139"/>
            <a:stretch/>
          </p:blipFill>
          <p:spPr>
            <a:xfrm>
              <a:off x="3049515" y="3735321"/>
              <a:ext cx="3044952" cy="1408177"/>
            </a:xfrm>
            <a:prstGeom prst="rect">
              <a:avLst/>
            </a:prstGeom>
            <a:noFill/>
            <a:ln>
              <a:noFill/>
            </a:ln>
          </p:spPr>
        </p:pic>
        <p:pic>
          <p:nvPicPr>
            <p:cNvPr id="13" name="Google Shape;13;p2"/>
            <p:cNvPicPr preferRelativeResize="0"/>
            <p:nvPr/>
          </p:nvPicPr>
          <p:blipFill rotWithShape="1">
            <a:blip r:embed="rId4">
              <a:alphaModFix/>
            </a:blip>
            <a:srcRect b="137" l="0" r="0" t="139"/>
            <a:stretch/>
          </p:blipFill>
          <p:spPr>
            <a:xfrm>
              <a:off x="6094465" y="3735321"/>
              <a:ext cx="3044952" cy="1408177"/>
            </a:xfrm>
            <a:prstGeom prst="rect">
              <a:avLst/>
            </a:prstGeom>
            <a:noFill/>
            <a:ln>
              <a:noFill/>
            </a:ln>
          </p:spPr>
        </p:pic>
      </p:grpSp>
      <p:sp>
        <p:nvSpPr>
          <p:cNvPr id="14" name="Google Shape;14;p2"/>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15" name="Google Shape;15;p2"/>
          <p:cNvGrpSpPr/>
          <p:nvPr/>
        </p:nvGrpSpPr>
        <p:grpSpPr>
          <a:xfrm>
            <a:off x="-10" y="3770439"/>
            <a:ext cx="9143997" cy="1371564"/>
            <a:chOff x="-10" y="3735321"/>
            <a:chExt cx="9139427" cy="1408177"/>
          </a:xfrm>
        </p:grpSpPr>
        <p:pic>
          <p:nvPicPr>
            <p:cNvPr id="16" name="Google Shape;16;p2"/>
            <p:cNvPicPr preferRelativeResize="0"/>
            <p:nvPr/>
          </p:nvPicPr>
          <p:blipFill rotWithShape="1">
            <a:blip r:embed="rId2">
              <a:alphaModFix/>
            </a:blip>
            <a:srcRect b="0" l="0" r="0" t="0"/>
            <a:stretch/>
          </p:blipFill>
          <p:spPr>
            <a:xfrm>
              <a:off x="-10" y="3735321"/>
              <a:ext cx="3044952" cy="1408177"/>
            </a:xfrm>
            <a:prstGeom prst="rect">
              <a:avLst/>
            </a:prstGeom>
            <a:noFill/>
            <a:ln>
              <a:noFill/>
            </a:ln>
          </p:spPr>
        </p:pic>
        <p:pic>
          <p:nvPicPr>
            <p:cNvPr id="17" name="Google Shape;17;p2"/>
            <p:cNvPicPr preferRelativeResize="0"/>
            <p:nvPr/>
          </p:nvPicPr>
          <p:blipFill rotWithShape="1">
            <a:blip r:embed="rId3">
              <a:alphaModFix/>
            </a:blip>
            <a:srcRect b="137" l="0" r="0" t="139"/>
            <a:stretch/>
          </p:blipFill>
          <p:spPr>
            <a:xfrm>
              <a:off x="3049515" y="3735321"/>
              <a:ext cx="3044952" cy="1408177"/>
            </a:xfrm>
            <a:prstGeom prst="rect">
              <a:avLst/>
            </a:prstGeom>
            <a:noFill/>
            <a:ln>
              <a:noFill/>
            </a:ln>
          </p:spPr>
        </p:pic>
        <p:pic>
          <p:nvPicPr>
            <p:cNvPr id="18" name="Google Shape;18;p2"/>
            <p:cNvPicPr preferRelativeResize="0"/>
            <p:nvPr/>
          </p:nvPicPr>
          <p:blipFill rotWithShape="1">
            <a:blip r:embed="rId4">
              <a:alphaModFix/>
            </a:blip>
            <a:srcRect b="137" l="0" r="0" t="139"/>
            <a:stretch/>
          </p:blipFill>
          <p:spPr>
            <a:xfrm>
              <a:off x="6094465" y="3735321"/>
              <a:ext cx="3044952" cy="1408177"/>
            </a:xfrm>
            <a:prstGeom prst="rect">
              <a:avLst/>
            </a:prstGeom>
            <a:noFill/>
            <a:ln>
              <a:noFill/>
            </a:ln>
          </p:spPr>
        </p:pic>
      </p:grpSp>
      <p:sp>
        <p:nvSpPr>
          <p:cNvPr id="19" name="Google Shape;19;p2"/>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2026 Snowflake Inc. All Rights Reserved</a:t>
            </a:r>
            <a:endParaRPr b="0" i="0" sz="600" u="none" cap="none" strike="noStrike">
              <a:solidFill>
                <a:schemeClr val="dk1"/>
              </a:solidFill>
              <a:latin typeface="Arial"/>
              <a:ea typeface="Arial"/>
              <a:cs typeface="Arial"/>
              <a:sym typeface="Arial"/>
            </a:endParaRPr>
          </a:p>
        </p:txBody>
      </p:sp>
      <p:sp>
        <p:nvSpPr>
          <p:cNvPr id="20" name="Google Shape;20;p2"/>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Autofit/>
          </a:bodyPr>
          <a:lstStyle>
            <a:lvl1pPr lvl="0" marR="0" algn="l">
              <a:lnSpc>
                <a:spcPct val="74000"/>
              </a:lnSpc>
              <a:spcBef>
                <a:spcPts val="0"/>
              </a:spcBef>
              <a:spcAft>
                <a:spcPts val="0"/>
              </a:spcAft>
              <a:buClr>
                <a:schemeClr val="dk1"/>
              </a:buClr>
              <a:buSzPts val="4400"/>
              <a:buNone/>
              <a:defRPr b="1" i="0" sz="4400" u="none" cap="none" strike="noStrike">
                <a:solidFill>
                  <a:schemeClr val="dk1"/>
                </a:solidFill>
              </a:defRPr>
            </a:lvl1pPr>
            <a:lvl2pPr lvl="1" algn="l">
              <a:lnSpc>
                <a:spcPct val="74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74000"/>
              </a:lnSpc>
              <a:spcBef>
                <a:spcPts val="0"/>
              </a:spcBef>
              <a:spcAft>
                <a:spcPts val="0"/>
              </a:spcAft>
              <a:buSzPts val="1400"/>
              <a:buFont typeface="Montserrat"/>
              <a:buNone/>
              <a:defRPr b="1" sz="1800">
                <a:latin typeface="Montserrat"/>
                <a:ea typeface="Montserrat"/>
                <a:cs typeface="Montserrat"/>
                <a:sym typeface="Montserrat"/>
              </a:defRPr>
            </a:lvl3pPr>
            <a:lvl4pPr lvl="3" algn="l">
              <a:lnSpc>
                <a:spcPct val="74000"/>
              </a:lnSpc>
              <a:spcBef>
                <a:spcPts val="0"/>
              </a:spcBef>
              <a:spcAft>
                <a:spcPts val="0"/>
              </a:spcAft>
              <a:buSzPts val="1400"/>
              <a:buFont typeface="Montserrat"/>
              <a:buNone/>
              <a:defRPr b="1" sz="1800">
                <a:latin typeface="Montserrat"/>
                <a:ea typeface="Montserrat"/>
                <a:cs typeface="Montserrat"/>
                <a:sym typeface="Montserrat"/>
              </a:defRPr>
            </a:lvl4pPr>
            <a:lvl5pPr lvl="4" algn="l">
              <a:lnSpc>
                <a:spcPct val="74000"/>
              </a:lnSpc>
              <a:spcBef>
                <a:spcPts val="0"/>
              </a:spcBef>
              <a:spcAft>
                <a:spcPts val="0"/>
              </a:spcAft>
              <a:buSzPts val="1400"/>
              <a:buFont typeface="Montserrat"/>
              <a:buNone/>
              <a:defRPr b="1" sz="1800">
                <a:latin typeface="Montserrat"/>
                <a:ea typeface="Montserrat"/>
                <a:cs typeface="Montserrat"/>
                <a:sym typeface="Montserrat"/>
              </a:defRPr>
            </a:lvl5pPr>
            <a:lvl6pPr lvl="5" algn="l">
              <a:lnSpc>
                <a:spcPct val="74000"/>
              </a:lnSpc>
              <a:spcBef>
                <a:spcPts val="0"/>
              </a:spcBef>
              <a:spcAft>
                <a:spcPts val="0"/>
              </a:spcAft>
              <a:buSzPts val="1400"/>
              <a:buFont typeface="Montserrat"/>
              <a:buNone/>
              <a:defRPr b="1" sz="1800">
                <a:latin typeface="Montserrat"/>
                <a:ea typeface="Montserrat"/>
                <a:cs typeface="Montserrat"/>
                <a:sym typeface="Montserrat"/>
              </a:defRPr>
            </a:lvl6pPr>
            <a:lvl7pPr lvl="6" algn="l">
              <a:lnSpc>
                <a:spcPct val="74000"/>
              </a:lnSpc>
              <a:spcBef>
                <a:spcPts val="0"/>
              </a:spcBef>
              <a:spcAft>
                <a:spcPts val="0"/>
              </a:spcAft>
              <a:buSzPts val="1400"/>
              <a:buFont typeface="Montserrat"/>
              <a:buNone/>
              <a:defRPr b="1" sz="1800">
                <a:latin typeface="Montserrat"/>
                <a:ea typeface="Montserrat"/>
                <a:cs typeface="Montserrat"/>
                <a:sym typeface="Montserrat"/>
              </a:defRPr>
            </a:lvl7pPr>
            <a:lvl8pPr lvl="7" algn="l">
              <a:lnSpc>
                <a:spcPct val="74000"/>
              </a:lnSpc>
              <a:spcBef>
                <a:spcPts val="0"/>
              </a:spcBef>
              <a:spcAft>
                <a:spcPts val="0"/>
              </a:spcAft>
              <a:buSzPts val="1400"/>
              <a:buFont typeface="Montserrat"/>
              <a:buNone/>
              <a:defRPr b="1" sz="1800">
                <a:latin typeface="Montserrat"/>
                <a:ea typeface="Montserrat"/>
                <a:cs typeface="Montserrat"/>
                <a:sym typeface="Montserrat"/>
              </a:defRPr>
            </a:lvl8pPr>
            <a:lvl9pPr lvl="8" algn="l">
              <a:lnSpc>
                <a:spcPct val="74000"/>
              </a:lnSpc>
              <a:spcBef>
                <a:spcPts val="0"/>
              </a:spcBef>
              <a:spcAft>
                <a:spcPts val="0"/>
              </a:spcAft>
              <a:buSzPts val="1400"/>
              <a:buFont typeface="Montserrat"/>
              <a:buNone/>
              <a:defRPr b="1" sz="1800">
                <a:latin typeface="Montserrat"/>
                <a:ea typeface="Montserrat"/>
                <a:cs typeface="Montserrat"/>
                <a:sym typeface="Montserrat"/>
              </a:defRPr>
            </a:lvl9pPr>
          </a:lstStyle>
          <a:p/>
        </p:txBody>
      </p:sp>
      <p:sp>
        <p:nvSpPr>
          <p:cNvPr id="21" name="Google Shape;21;p2"/>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b="0" i="0" sz="18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22" name="Google Shape;22;p2"/>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b="0" i="0" sz="14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23" name="Google Shape;23;p2"/>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4" name="Shape 24"/>
        <p:cNvGrpSpPr/>
        <p:nvPr/>
      </p:nvGrpSpPr>
      <p:grpSpPr>
        <a:xfrm>
          <a:off x="0" y="0"/>
          <a:ext cx="0" cy="0"/>
          <a:chOff x="0" y="0"/>
          <a:chExt cx="0" cy="0"/>
        </a:xfrm>
      </p:grpSpPr>
      <p:sp>
        <p:nvSpPr>
          <p:cNvPr id="25" name="Google Shape;25;p3"/>
          <p:cNvSpPr/>
          <p:nvPr/>
        </p:nvSpPr>
        <p:spPr>
          <a:xfrm>
            <a:off x="2291700" y="0"/>
            <a:ext cx="685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3"/>
          <p:cNvSpPr txBox="1"/>
          <p:nvPr>
            <p:ph idx="1" type="body"/>
          </p:nvPr>
        </p:nvSpPr>
        <p:spPr>
          <a:xfrm>
            <a:off x="365750" y="228600"/>
            <a:ext cx="1926000" cy="685800"/>
          </a:xfrm>
          <a:prstGeom prst="rect">
            <a:avLst/>
          </a:prstGeom>
          <a:noFill/>
          <a:ln>
            <a:noFill/>
          </a:ln>
        </p:spPr>
        <p:txBody>
          <a:bodyPr anchorCtr="0" anchor="t" bIns="91425" lIns="91425" spcFirstLastPara="1" rIns="91425" wrap="square" tIns="91425">
            <a:noAutofit/>
          </a:bodyPr>
          <a:lstStyle>
            <a:lvl1pPr indent="-228600" lvl="0" marL="457200" algn="l">
              <a:lnSpc>
                <a:spcPct val="105000"/>
              </a:lnSpc>
              <a:spcBef>
                <a:spcPts val="0"/>
              </a:spcBef>
              <a:spcAft>
                <a:spcPts val="0"/>
              </a:spcAft>
              <a:buClr>
                <a:schemeClr val="dk1"/>
              </a:buClr>
              <a:buSzPts val="2600"/>
              <a:buNone/>
              <a:defRPr b="1" i="0" sz="2600" cap="none">
                <a:solidFill>
                  <a:schemeClr val="dk1"/>
                </a:solidFill>
              </a:defRPr>
            </a:lvl1pPr>
            <a:lvl2pPr indent="-342900" lvl="1" marL="914400" algn="l">
              <a:lnSpc>
                <a:spcPct val="105000"/>
              </a:lnSpc>
              <a:spcBef>
                <a:spcPts val="1000"/>
              </a:spcBef>
              <a:spcAft>
                <a:spcPts val="0"/>
              </a:spcAft>
              <a:buClr>
                <a:schemeClr val="dk1"/>
              </a:buClr>
              <a:buSzPts val="1800"/>
              <a:buChar char="•"/>
              <a:defRPr b="1"/>
            </a:lvl2pPr>
            <a:lvl3pPr indent="-342900" lvl="2" marL="1371600" algn="l">
              <a:lnSpc>
                <a:spcPct val="105000"/>
              </a:lnSpc>
              <a:spcBef>
                <a:spcPts val="1000"/>
              </a:spcBef>
              <a:spcAft>
                <a:spcPts val="0"/>
              </a:spcAft>
              <a:buClr>
                <a:schemeClr val="dk1"/>
              </a:buClr>
              <a:buSzPts val="1800"/>
              <a:buChar char="•"/>
              <a:defRPr b="1" sz="1800"/>
            </a:lvl3pPr>
            <a:lvl4pPr indent="-317500" lvl="3" marL="1828800" algn="l">
              <a:lnSpc>
                <a:spcPct val="105000"/>
              </a:lnSpc>
              <a:spcBef>
                <a:spcPts val="1000"/>
              </a:spcBef>
              <a:spcAft>
                <a:spcPts val="0"/>
              </a:spcAft>
              <a:buClr>
                <a:schemeClr val="dk1"/>
              </a:buClr>
              <a:buSzPts val="1400"/>
              <a:buChar char="•"/>
              <a:defRPr b="1"/>
            </a:lvl4pPr>
            <a:lvl5pPr indent="-317500" lvl="4" marL="2286000" algn="l">
              <a:lnSpc>
                <a:spcPct val="105000"/>
              </a:lnSpc>
              <a:spcBef>
                <a:spcPts val="1000"/>
              </a:spcBef>
              <a:spcAft>
                <a:spcPts val="0"/>
              </a:spcAft>
              <a:buClr>
                <a:schemeClr val="dk1"/>
              </a:buClr>
              <a:buSzPts val="1400"/>
              <a:buChar char="•"/>
              <a:defRPr b="1"/>
            </a:lvl5pPr>
            <a:lvl6pPr indent="-317500" lvl="5" marL="2743200" algn="l">
              <a:lnSpc>
                <a:spcPct val="105000"/>
              </a:lnSpc>
              <a:spcBef>
                <a:spcPts val="1000"/>
              </a:spcBef>
              <a:spcAft>
                <a:spcPts val="0"/>
              </a:spcAft>
              <a:buClr>
                <a:schemeClr val="dk1"/>
              </a:buClr>
              <a:buSzPts val="1400"/>
              <a:buChar char="•"/>
              <a:defRPr b="1"/>
            </a:lvl6pPr>
            <a:lvl7pPr indent="-317500" lvl="6" marL="3200400" algn="l">
              <a:lnSpc>
                <a:spcPct val="105000"/>
              </a:lnSpc>
              <a:spcBef>
                <a:spcPts val="1000"/>
              </a:spcBef>
              <a:spcAft>
                <a:spcPts val="0"/>
              </a:spcAft>
              <a:buClr>
                <a:schemeClr val="dk1"/>
              </a:buClr>
              <a:buSzPts val="1400"/>
              <a:buChar char="•"/>
              <a:defRPr b="1"/>
            </a:lvl7pPr>
            <a:lvl8pPr indent="-317500" lvl="7" marL="3657600" algn="l">
              <a:lnSpc>
                <a:spcPct val="105000"/>
              </a:lnSpc>
              <a:spcBef>
                <a:spcPts val="1000"/>
              </a:spcBef>
              <a:spcAft>
                <a:spcPts val="0"/>
              </a:spcAft>
              <a:buClr>
                <a:schemeClr val="dk1"/>
              </a:buClr>
              <a:buSzPts val="1400"/>
              <a:buChar char="•"/>
              <a:defRPr b="1"/>
            </a:lvl8pPr>
            <a:lvl9pPr indent="-317500" lvl="8" marL="4114800" algn="l">
              <a:lnSpc>
                <a:spcPct val="105000"/>
              </a:lnSpc>
              <a:spcBef>
                <a:spcPts val="1000"/>
              </a:spcBef>
              <a:spcAft>
                <a:spcPts val="1000"/>
              </a:spcAft>
              <a:buClr>
                <a:schemeClr val="dk1"/>
              </a:buClr>
              <a:buSzPts val="1400"/>
              <a:buChar char="•"/>
              <a:defRPr b="1"/>
            </a:lvl9pPr>
          </a:lstStyle>
          <a:p/>
        </p:txBody>
      </p:sp>
      <p:sp>
        <p:nvSpPr>
          <p:cNvPr id="27" name="Google Shape;27;p3"/>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EFEFE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8" name="Google Shape;28;p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9" name="Google Shape;29;p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2026 Snowflake Inc. All Rights Reserved</a:t>
            </a:r>
            <a:endParaRPr b="0" i="0" sz="600" u="none" cap="none" strike="noStrike">
              <a:solidFill>
                <a:srgbClr val="929292"/>
              </a:solidFill>
              <a:latin typeface="Arial"/>
              <a:ea typeface="Arial"/>
              <a:cs typeface="Arial"/>
              <a:sym typeface="Arial"/>
            </a:endParaRPr>
          </a:p>
        </p:txBody>
      </p:sp>
      <p:sp>
        <p:nvSpPr>
          <p:cNvPr id="30" name="Google Shape;30;p3"/>
          <p:cNvSpPr txBox="1"/>
          <p:nvPr>
            <p:ph idx="2" type="body"/>
          </p:nvPr>
        </p:nvSpPr>
        <p:spPr>
          <a:xfrm>
            <a:off x="2961200" y="914400"/>
            <a:ext cx="5725500" cy="37719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solidFill>
                  <a:srgbClr val="FFFFFF"/>
                </a:solidFill>
              </a:defRPr>
            </a:lvl1pPr>
            <a:lvl2pPr indent="-342900" lvl="1" marL="914400" algn="l">
              <a:lnSpc>
                <a:spcPct val="115000"/>
              </a:lnSpc>
              <a:spcBef>
                <a:spcPts val="1000"/>
              </a:spcBef>
              <a:spcAft>
                <a:spcPts val="0"/>
              </a:spcAft>
              <a:buSzPts val="1800"/>
              <a:buChar char="•"/>
              <a:defRPr>
                <a:solidFill>
                  <a:srgbClr val="FFFFFF"/>
                </a:solidFill>
              </a:defRPr>
            </a:lvl2pPr>
            <a:lvl3pPr indent="-317500" lvl="2" marL="1371600" algn="l">
              <a:lnSpc>
                <a:spcPct val="115000"/>
              </a:lnSpc>
              <a:spcBef>
                <a:spcPts val="1000"/>
              </a:spcBef>
              <a:spcAft>
                <a:spcPts val="0"/>
              </a:spcAft>
              <a:buSzPts val="1400"/>
              <a:buChar char="•"/>
              <a:defRPr>
                <a:solidFill>
                  <a:srgbClr val="FFFFFF"/>
                </a:solidFill>
              </a:defRPr>
            </a:lvl3pPr>
            <a:lvl4pPr indent="-317500" lvl="3" marL="1828800" algn="l">
              <a:lnSpc>
                <a:spcPct val="115000"/>
              </a:lnSpc>
              <a:spcBef>
                <a:spcPts val="1000"/>
              </a:spcBef>
              <a:spcAft>
                <a:spcPts val="0"/>
              </a:spcAft>
              <a:buSzPts val="1400"/>
              <a:buChar char="•"/>
              <a:defRPr>
                <a:solidFill>
                  <a:srgbClr val="FFFFFF"/>
                </a:solidFill>
              </a:defRPr>
            </a:lvl4pPr>
            <a:lvl5pPr indent="-317500" lvl="4" marL="2286000" algn="l">
              <a:lnSpc>
                <a:spcPct val="115000"/>
              </a:lnSpc>
              <a:spcBef>
                <a:spcPts val="1000"/>
              </a:spcBef>
              <a:spcAft>
                <a:spcPts val="0"/>
              </a:spcAft>
              <a:buSzPts val="1400"/>
              <a:buChar char="•"/>
              <a:defRPr>
                <a:solidFill>
                  <a:srgbClr val="FFFFFF"/>
                </a:solidFill>
              </a:defRPr>
            </a:lvl5pPr>
            <a:lvl6pPr indent="-317500" lvl="5" marL="2743200" algn="l">
              <a:lnSpc>
                <a:spcPct val="115000"/>
              </a:lnSpc>
              <a:spcBef>
                <a:spcPts val="1000"/>
              </a:spcBef>
              <a:spcAft>
                <a:spcPts val="0"/>
              </a:spcAft>
              <a:buSzPts val="1400"/>
              <a:buChar char="•"/>
              <a:defRPr>
                <a:solidFill>
                  <a:srgbClr val="FFFFFF"/>
                </a:solidFill>
              </a:defRPr>
            </a:lvl6pPr>
            <a:lvl7pPr indent="-317500" lvl="6" marL="3200400" algn="l">
              <a:lnSpc>
                <a:spcPct val="115000"/>
              </a:lnSpc>
              <a:spcBef>
                <a:spcPts val="1000"/>
              </a:spcBef>
              <a:spcAft>
                <a:spcPts val="0"/>
              </a:spcAft>
              <a:buSzPts val="1400"/>
              <a:buChar char="•"/>
              <a:defRPr>
                <a:solidFill>
                  <a:srgbClr val="FFFFFF"/>
                </a:solidFill>
              </a:defRPr>
            </a:lvl7pPr>
            <a:lvl8pPr indent="-317500" lvl="7" marL="3657600" algn="l">
              <a:lnSpc>
                <a:spcPct val="115000"/>
              </a:lnSpc>
              <a:spcBef>
                <a:spcPts val="1000"/>
              </a:spcBef>
              <a:spcAft>
                <a:spcPts val="0"/>
              </a:spcAft>
              <a:buSzPts val="1400"/>
              <a:buChar char="•"/>
              <a:defRPr>
                <a:solidFill>
                  <a:srgbClr val="FFFFFF"/>
                </a:solidFill>
              </a:defRPr>
            </a:lvl8pPr>
            <a:lvl9pPr indent="-317500" lvl="8" marL="4114800" algn="l">
              <a:lnSpc>
                <a:spcPct val="115000"/>
              </a:lnSpc>
              <a:spcBef>
                <a:spcPts val="1000"/>
              </a:spcBef>
              <a:spcAft>
                <a:spcPts val="1000"/>
              </a:spcAft>
              <a:buSzPts val="1400"/>
              <a:buChar char="•"/>
              <a:defRPr>
                <a:solidFill>
                  <a:srgbClr val="FFFFFF"/>
                </a:solidFill>
              </a:defRPr>
            </a:lvl9pPr>
          </a:lstStyle>
          <a:p/>
        </p:txBody>
      </p:sp>
      <p:sp>
        <p:nvSpPr>
          <p:cNvPr id="31" name="Google Shape;31;p3"/>
          <p:cNvSpPr/>
          <p:nvPr/>
        </p:nvSpPr>
        <p:spPr>
          <a:xfrm>
            <a:off x="6369225" y="228600"/>
            <a:ext cx="1322446" cy="1414662"/>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0196"/>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dk1"/>
              </a:solidFill>
              <a:latin typeface="Arial"/>
              <a:ea typeface="Arial"/>
              <a:cs typeface="Arial"/>
              <a:sym typeface="Arial"/>
            </a:endParaRPr>
          </a:p>
        </p:txBody>
      </p:sp>
      <p:sp>
        <p:nvSpPr>
          <p:cNvPr id="32" name="Google Shape;32;p3"/>
          <p:cNvSpPr/>
          <p:nvPr/>
        </p:nvSpPr>
        <p:spPr>
          <a:xfrm>
            <a:off x="2295101" y="2767075"/>
            <a:ext cx="2772174" cy="2372082"/>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019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33" name="Google Shape;33;p3"/>
          <p:cNvSpPr/>
          <p:nvPr/>
        </p:nvSpPr>
        <p:spPr>
          <a:xfrm>
            <a:off x="7399725" y="563789"/>
            <a:ext cx="1744266" cy="2497649"/>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019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p:cSld name="One Column Layout">
    <p:spTree>
      <p:nvGrpSpPr>
        <p:cNvPr id="34" name="Shape 34"/>
        <p:cNvGrpSpPr/>
        <p:nvPr/>
      </p:nvGrpSpPr>
      <p:grpSpPr>
        <a:xfrm>
          <a:off x="0" y="0"/>
          <a:ext cx="0" cy="0"/>
          <a:chOff x="0" y="0"/>
          <a:chExt cx="0" cy="0"/>
        </a:xfrm>
      </p:grpSpPr>
      <p:sp>
        <p:nvSpPr>
          <p:cNvPr id="35" name="Google Shape;35;p4"/>
          <p:cNvSpPr txBox="1"/>
          <p:nvPr>
            <p:ph idx="1" type="body"/>
          </p:nvPr>
        </p:nvSpPr>
        <p:spPr>
          <a:xfrm>
            <a:off x="365750" y="1371600"/>
            <a:ext cx="6261300" cy="3314700"/>
          </a:xfrm>
          <a:prstGeom prst="rect">
            <a:avLst/>
          </a:prstGeom>
          <a:noFill/>
          <a:ln>
            <a:noFill/>
          </a:ln>
        </p:spPr>
        <p:txBody>
          <a:bodyPr anchorCtr="0" anchor="t" bIns="91425" lIns="91425" spcFirstLastPara="1" rIns="91425" wrap="square" tIns="91425">
            <a:spAutoFit/>
          </a:bodyPr>
          <a:lstStyle>
            <a:lvl1pPr indent="-228600" lvl="0" marL="457200" algn="l">
              <a:lnSpc>
                <a:spcPct val="115000"/>
              </a:lnSpc>
              <a:spcBef>
                <a:spcPts val="0"/>
              </a:spcBef>
              <a:spcAft>
                <a:spcPts val="0"/>
              </a:spcAft>
              <a:buSzPts val="1800"/>
              <a:buNone/>
              <a:defRPr/>
            </a:lvl1pPr>
            <a:lvl2pPr indent="-342900" lvl="1" marL="914400" algn="l">
              <a:lnSpc>
                <a:spcPct val="115000"/>
              </a:lnSpc>
              <a:spcBef>
                <a:spcPts val="1000"/>
              </a:spcBef>
              <a:spcAft>
                <a:spcPts val="0"/>
              </a:spcAft>
              <a:buSzPts val="1800"/>
              <a:buChar char="•"/>
              <a:defRPr/>
            </a:lvl2pPr>
            <a:lvl3pPr indent="-317500" lvl="2" marL="1371600" algn="l">
              <a:lnSpc>
                <a:spcPct val="115000"/>
              </a:lnSpc>
              <a:spcBef>
                <a:spcPts val="1000"/>
              </a:spcBef>
              <a:spcAft>
                <a:spcPts val="0"/>
              </a:spcAft>
              <a:buSzPts val="1400"/>
              <a:buChar char="•"/>
              <a:defRPr/>
            </a:lvl3pPr>
            <a:lvl4pPr indent="-317500" lvl="3" marL="1828800" algn="l">
              <a:lnSpc>
                <a:spcPct val="115000"/>
              </a:lnSpc>
              <a:spcBef>
                <a:spcPts val="1000"/>
              </a:spcBef>
              <a:spcAft>
                <a:spcPts val="0"/>
              </a:spcAft>
              <a:buSzPts val="1400"/>
              <a:buChar char="•"/>
              <a:defRPr/>
            </a:lvl4pPr>
            <a:lvl5pPr indent="-317500" lvl="4" marL="2286000" algn="l">
              <a:lnSpc>
                <a:spcPct val="115000"/>
              </a:lnSpc>
              <a:spcBef>
                <a:spcPts val="1000"/>
              </a:spcBef>
              <a:spcAft>
                <a:spcPts val="0"/>
              </a:spcAft>
              <a:buSzPts val="1400"/>
              <a:buChar char="•"/>
              <a:defRPr/>
            </a:lvl5pPr>
            <a:lvl6pPr indent="-317500" lvl="5" marL="2743200" algn="l">
              <a:lnSpc>
                <a:spcPct val="115000"/>
              </a:lnSpc>
              <a:spcBef>
                <a:spcPts val="1000"/>
              </a:spcBef>
              <a:spcAft>
                <a:spcPts val="0"/>
              </a:spcAft>
              <a:buSzPts val="1400"/>
              <a:buChar char="•"/>
              <a:defRPr/>
            </a:lvl6pPr>
            <a:lvl7pPr indent="-317500" lvl="6" marL="3200400" algn="l">
              <a:lnSpc>
                <a:spcPct val="115000"/>
              </a:lnSpc>
              <a:spcBef>
                <a:spcPts val="1000"/>
              </a:spcBef>
              <a:spcAft>
                <a:spcPts val="0"/>
              </a:spcAft>
              <a:buSzPts val="1400"/>
              <a:buChar char="•"/>
              <a:defRPr/>
            </a:lvl7pPr>
            <a:lvl8pPr indent="-317500" lvl="7" marL="3657600" algn="l">
              <a:lnSpc>
                <a:spcPct val="115000"/>
              </a:lnSpc>
              <a:spcBef>
                <a:spcPts val="1000"/>
              </a:spcBef>
              <a:spcAft>
                <a:spcPts val="0"/>
              </a:spcAft>
              <a:buSzPts val="1400"/>
              <a:buChar char="•"/>
              <a:defRPr/>
            </a:lvl8pPr>
            <a:lvl9pPr indent="-317500" lvl="8" marL="4114800" algn="l">
              <a:lnSpc>
                <a:spcPct val="115000"/>
              </a:lnSpc>
              <a:spcBef>
                <a:spcPts val="1000"/>
              </a:spcBef>
              <a:spcAft>
                <a:spcPts val="1000"/>
              </a:spcAft>
              <a:buSzPts val="1400"/>
              <a:buChar char="•"/>
              <a:defRPr/>
            </a:lvl9pPr>
          </a:lstStyle>
          <a:p/>
        </p:txBody>
      </p:sp>
      <p:sp>
        <p:nvSpPr>
          <p:cNvPr id="36" name="Google Shape;36;p4"/>
          <p:cNvSpPr txBox="1"/>
          <p:nvPr>
            <p:ph type="title"/>
          </p:nvPr>
        </p:nvSpPr>
        <p:spPr>
          <a:xfrm>
            <a:off x="365750" y="228600"/>
            <a:ext cx="8321100" cy="627900"/>
          </a:xfrm>
          <a:prstGeom prst="rect">
            <a:avLst/>
          </a:prstGeom>
          <a:noFill/>
          <a:ln>
            <a:noFill/>
          </a:ln>
        </p:spPr>
        <p:txBody>
          <a:bodyPr anchorCtr="0" anchor="t" bIns="91425" lIns="91425" spcFirstLastPara="1" rIns="91425" wrap="square" tIns="91425">
            <a:sp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37" name="Google Shape;37;p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8" name="Google Shape;38;p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39" name="Google Shape;39;p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2026 Snowflake Inc. All Rights Reserved</a:t>
            </a:r>
            <a:endParaRPr b="0" i="0" sz="600" u="none" cap="none" strike="noStrike">
              <a:solidFill>
                <a:srgbClr val="929292"/>
              </a:solidFill>
              <a:latin typeface="Arial"/>
              <a:ea typeface="Arial"/>
              <a:cs typeface="Arial"/>
              <a:sym typeface="Arial"/>
            </a:endParaRPr>
          </a:p>
        </p:txBody>
      </p:sp>
      <p:sp>
        <p:nvSpPr>
          <p:cNvPr id="40" name="Google Shape;40;p4"/>
          <p:cNvSpPr txBox="1"/>
          <p:nvPr>
            <p:ph idx="2"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lue Left Bar">
  <p:cSld name="Agenda_1">
    <p:spTree>
      <p:nvGrpSpPr>
        <p:cNvPr id="41" name="Shape 41"/>
        <p:cNvGrpSpPr/>
        <p:nvPr/>
      </p:nvGrpSpPr>
      <p:grpSpPr>
        <a:xfrm>
          <a:off x="0" y="0"/>
          <a:ext cx="0" cy="0"/>
          <a:chOff x="0" y="0"/>
          <a:chExt cx="0" cy="0"/>
        </a:xfrm>
      </p:grpSpPr>
      <p:sp>
        <p:nvSpPr>
          <p:cNvPr id="42" name="Google Shape;42;p5"/>
          <p:cNvSpPr/>
          <p:nvPr/>
        </p:nvSpPr>
        <p:spPr>
          <a:xfrm flipH="1">
            <a:off x="-850" y="0"/>
            <a:ext cx="2743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5"/>
          <p:cNvSpPr txBox="1"/>
          <p:nvPr>
            <p:ph idx="1" type="body"/>
          </p:nvPr>
        </p:nvSpPr>
        <p:spPr>
          <a:xfrm>
            <a:off x="365750" y="228600"/>
            <a:ext cx="2376600" cy="685800"/>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Clr>
                <a:srgbClr val="FFFFFF"/>
              </a:buClr>
              <a:buSzPts val="2600"/>
              <a:buNone/>
              <a:defRPr b="1" i="0" sz="2600" cap="none">
                <a:solidFill>
                  <a:srgbClr val="FFFFFF"/>
                </a:solidFill>
              </a:defRPr>
            </a:lvl1pPr>
            <a:lvl2pPr indent="-342900" lvl="1" marL="914400" algn="l">
              <a:lnSpc>
                <a:spcPct val="105000"/>
              </a:lnSpc>
              <a:spcBef>
                <a:spcPts val="0"/>
              </a:spcBef>
              <a:spcAft>
                <a:spcPts val="0"/>
              </a:spcAft>
              <a:buClr>
                <a:srgbClr val="FFFFFF"/>
              </a:buClr>
              <a:buSzPts val="1800"/>
              <a:buChar char="•"/>
              <a:defRPr b="1">
                <a:solidFill>
                  <a:srgbClr val="FFFFFF"/>
                </a:solidFill>
              </a:defRPr>
            </a:lvl2pPr>
            <a:lvl3pPr indent="-342900" lvl="2" marL="1371600" algn="l">
              <a:lnSpc>
                <a:spcPct val="105000"/>
              </a:lnSpc>
              <a:spcBef>
                <a:spcPts val="1000"/>
              </a:spcBef>
              <a:spcAft>
                <a:spcPts val="0"/>
              </a:spcAft>
              <a:buClr>
                <a:srgbClr val="FFFFFF"/>
              </a:buClr>
              <a:buSzPts val="1800"/>
              <a:buChar char="•"/>
              <a:defRPr b="1" sz="1800">
                <a:solidFill>
                  <a:srgbClr val="FFFFFF"/>
                </a:solidFill>
              </a:defRPr>
            </a:lvl3pPr>
            <a:lvl4pPr indent="-317500" lvl="3" marL="1828800" algn="l">
              <a:lnSpc>
                <a:spcPct val="105000"/>
              </a:lnSpc>
              <a:spcBef>
                <a:spcPts val="1000"/>
              </a:spcBef>
              <a:spcAft>
                <a:spcPts val="0"/>
              </a:spcAft>
              <a:buClr>
                <a:srgbClr val="FFFFFF"/>
              </a:buClr>
              <a:buSzPts val="1400"/>
              <a:buChar char="•"/>
              <a:defRPr b="1">
                <a:solidFill>
                  <a:srgbClr val="FFFFFF"/>
                </a:solidFill>
              </a:defRPr>
            </a:lvl4pPr>
            <a:lvl5pPr indent="-317500" lvl="4" marL="2286000" algn="l">
              <a:lnSpc>
                <a:spcPct val="105000"/>
              </a:lnSpc>
              <a:spcBef>
                <a:spcPts val="1000"/>
              </a:spcBef>
              <a:spcAft>
                <a:spcPts val="0"/>
              </a:spcAft>
              <a:buClr>
                <a:srgbClr val="FFFFFF"/>
              </a:buClr>
              <a:buSzPts val="1400"/>
              <a:buChar char="•"/>
              <a:defRPr b="1">
                <a:solidFill>
                  <a:srgbClr val="FFFFFF"/>
                </a:solidFill>
              </a:defRPr>
            </a:lvl5pPr>
            <a:lvl6pPr indent="-317500" lvl="5" marL="2743200" algn="l">
              <a:lnSpc>
                <a:spcPct val="105000"/>
              </a:lnSpc>
              <a:spcBef>
                <a:spcPts val="1000"/>
              </a:spcBef>
              <a:spcAft>
                <a:spcPts val="0"/>
              </a:spcAft>
              <a:buClr>
                <a:srgbClr val="FFFFFF"/>
              </a:buClr>
              <a:buSzPts val="1400"/>
              <a:buChar char="•"/>
              <a:defRPr b="1">
                <a:solidFill>
                  <a:srgbClr val="FFFFFF"/>
                </a:solidFill>
              </a:defRPr>
            </a:lvl6pPr>
            <a:lvl7pPr indent="-317500" lvl="6" marL="3200400" algn="l">
              <a:lnSpc>
                <a:spcPct val="105000"/>
              </a:lnSpc>
              <a:spcBef>
                <a:spcPts val="1000"/>
              </a:spcBef>
              <a:spcAft>
                <a:spcPts val="0"/>
              </a:spcAft>
              <a:buClr>
                <a:srgbClr val="FFFFFF"/>
              </a:buClr>
              <a:buSzPts val="1400"/>
              <a:buChar char="•"/>
              <a:defRPr b="1">
                <a:solidFill>
                  <a:srgbClr val="FFFFFF"/>
                </a:solidFill>
              </a:defRPr>
            </a:lvl7pPr>
            <a:lvl8pPr indent="-317500" lvl="7" marL="3657600" algn="l">
              <a:lnSpc>
                <a:spcPct val="105000"/>
              </a:lnSpc>
              <a:spcBef>
                <a:spcPts val="1000"/>
              </a:spcBef>
              <a:spcAft>
                <a:spcPts val="0"/>
              </a:spcAft>
              <a:buClr>
                <a:srgbClr val="FFFFFF"/>
              </a:buClr>
              <a:buSzPts val="1400"/>
              <a:buChar char="•"/>
              <a:defRPr b="1">
                <a:solidFill>
                  <a:srgbClr val="FFFFFF"/>
                </a:solidFill>
              </a:defRPr>
            </a:lvl8pPr>
            <a:lvl9pPr indent="-317500" lvl="8" marL="4114800" algn="l">
              <a:lnSpc>
                <a:spcPct val="105000"/>
              </a:lnSpc>
              <a:spcBef>
                <a:spcPts val="1000"/>
              </a:spcBef>
              <a:spcAft>
                <a:spcPts val="1000"/>
              </a:spcAft>
              <a:buClr>
                <a:srgbClr val="FFFFFF"/>
              </a:buClr>
              <a:buSzPts val="1400"/>
              <a:buChar char="•"/>
              <a:defRPr b="1">
                <a:solidFill>
                  <a:srgbClr val="FFFFFF"/>
                </a:solidFill>
              </a:defRPr>
            </a:lvl9pPr>
          </a:lstStyle>
          <a:p/>
        </p:txBody>
      </p:sp>
      <p:sp>
        <p:nvSpPr>
          <p:cNvPr id="44" name="Google Shape;44;p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46" name="Google Shape;46;p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Arial"/>
                <a:ea typeface="Arial"/>
                <a:cs typeface="Arial"/>
                <a:sym typeface="Arial"/>
              </a:rPr>
              <a:t>© 2026 Snowflake Inc. All Rights Reserved</a:t>
            </a:r>
            <a:endParaRPr b="0" i="0" sz="600" u="none" cap="none" strike="noStrike">
              <a:solidFill>
                <a:srgbClr val="FFFFFF"/>
              </a:solidFill>
              <a:latin typeface="Arial"/>
              <a:ea typeface="Arial"/>
              <a:cs typeface="Arial"/>
              <a:sym typeface="Arial"/>
            </a:endParaRPr>
          </a:p>
        </p:txBody>
      </p:sp>
      <p:sp>
        <p:nvSpPr>
          <p:cNvPr id="47" name="Google Shape;47;p5"/>
          <p:cNvSpPr txBox="1"/>
          <p:nvPr>
            <p:ph idx="2" type="body"/>
          </p:nvPr>
        </p:nvSpPr>
        <p:spPr>
          <a:xfrm>
            <a:off x="365760" y="742950"/>
            <a:ext cx="2194500" cy="3657600"/>
          </a:xfrm>
          <a:prstGeom prst="rect">
            <a:avLst/>
          </a:prstGeom>
          <a:noFill/>
          <a:ln>
            <a:noFill/>
          </a:ln>
        </p:spPr>
        <p:txBody>
          <a:bodyPr anchorCtr="0" anchor="ctr" bIns="91425" lIns="91425" spcFirstLastPara="1" rIns="91425" wrap="square" tIns="91425">
            <a:noAutofit/>
          </a:bodyPr>
          <a:lstStyle>
            <a:lvl1pPr indent="-304800" lvl="0" marL="457200" algn="l">
              <a:lnSpc>
                <a:spcPct val="115000"/>
              </a:lnSpc>
              <a:spcBef>
                <a:spcPts val="0"/>
              </a:spcBef>
              <a:spcAft>
                <a:spcPts val="0"/>
              </a:spcAft>
              <a:buClr>
                <a:srgbClr val="FFFFFF"/>
              </a:buClr>
              <a:buSzPts val="1200"/>
              <a:buChar char="•"/>
              <a:defRPr sz="1200">
                <a:solidFill>
                  <a:srgbClr val="FFFFFF"/>
                </a:solidFill>
              </a:defRPr>
            </a:lvl1pPr>
            <a:lvl2pPr indent="-304800" lvl="1" marL="914400" algn="l">
              <a:lnSpc>
                <a:spcPct val="115000"/>
              </a:lnSpc>
              <a:spcBef>
                <a:spcPts val="1000"/>
              </a:spcBef>
              <a:spcAft>
                <a:spcPts val="0"/>
              </a:spcAft>
              <a:buClr>
                <a:srgbClr val="FFFFFF"/>
              </a:buClr>
              <a:buSzPts val="1200"/>
              <a:buChar char="•"/>
              <a:defRPr sz="1200">
                <a:solidFill>
                  <a:srgbClr val="FFFFFF"/>
                </a:solidFill>
              </a:defRPr>
            </a:lvl2pPr>
            <a:lvl3pPr indent="-304800" lvl="2" marL="1371600" algn="l">
              <a:lnSpc>
                <a:spcPct val="115000"/>
              </a:lnSpc>
              <a:spcBef>
                <a:spcPts val="1000"/>
              </a:spcBef>
              <a:spcAft>
                <a:spcPts val="0"/>
              </a:spcAft>
              <a:buClr>
                <a:srgbClr val="FFFFFF"/>
              </a:buClr>
              <a:buSzPts val="1200"/>
              <a:buChar char="•"/>
              <a:defRPr sz="1200">
                <a:solidFill>
                  <a:srgbClr val="FFFFFF"/>
                </a:solidFill>
              </a:defRPr>
            </a:lvl3pPr>
            <a:lvl4pPr indent="-304800" lvl="3" marL="1828800" algn="l">
              <a:lnSpc>
                <a:spcPct val="115000"/>
              </a:lnSpc>
              <a:spcBef>
                <a:spcPts val="1000"/>
              </a:spcBef>
              <a:spcAft>
                <a:spcPts val="0"/>
              </a:spcAft>
              <a:buClr>
                <a:srgbClr val="FFFFFF"/>
              </a:buClr>
              <a:buSzPts val="1200"/>
              <a:buChar char="•"/>
              <a:defRPr sz="1200">
                <a:solidFill>
                  <a:srgbClr val="FFFFFF"/>
                </a:solidFill>
              </a:defRPr>
            </a:lvl4pPr>
            <a:lvl5pPr indent="-304800" lvl="4" marL="2286000" algn="l">
              <a:lnSpc>
                <a:spcPct val="115000"/>
              </a:lnSpc>
              <a:spcBef>
                <a:spcPts val="1000"/>
              </a:spcBef>
              <a:spcAft>
                <a:spcPts val="0"/>
              </a:spcAft>
              <a:buClr>
                <a:srgbClr val="FFFFFF"/>
              </a:buClr>
              <a:buSzPts val="1200"/>
              <a:buChar char="•"/>
              <a:defRPr sz="1200">
                <a:solidFill>
                  <a:srgbClr val="FFFFFF"/>
                </a:solidFill>
              </a:defRPr>
            </a:lvl5pPr>
            <a:lvl6pPr indent="-304800" lvl="5" marL="2743200" algn="l">
              <a:lnSpc>
                <a:spcPct val="115000"/>
              </a:lnSpc>
              <a:spcBef>
                <a:spcPts val="1000"/>
              </a:spcBef>
              <a:spcAft>
                <a:spcPts val="0"/>
              </a:spcAft>
              <a:buClr>
                <a:srgbClr val="FFFFFF"/>
              </a:buClr>
              <a:buSzPts val="1200"/>
              <a:buChar char="•"/>
              <a:defRPr sz="1200">
                <a:solidFill>
                  <a:srgbClr val="FFFFFF"/>
                </a:solidFill>
              </a:defRPr>
            </a:lvl6pPr>
            <a:lvl7pPr indent="-304800" lvl="6" marL="3200400" algn="l">
              <a:lnSpc>
                <a:spcPct val="115000"/>
              </a:lnSpc>
              <a:spcBef>
                <a:spcPts val="1000"/>
              </a:spcBef>
              <a:spcAft>
                <a:spcPts val="0"/>
              </a:spcAft>
              <a:buClr>
                <a:srgbClr val="FFFFFF"/>
              </a:buClr>
              <a:buSzPts val="1200"/>
              <a:buChar char="•"/>
              <a:defRPr sz="1200">
                <a:solidFill>
                  <a:srgbClr val="FFFFFF"/>
                </a:solidFill>
              </a:defRPr>
            </a:lvl7pPr>
            <a:lvl8pPr indent="-304800" lvl="7" marL="3657600" algn="l">
              <a:lnSpc>
                <a:spcPct val="115000"/>
              </a:lnSpc>
              <a:spcBef>
                <a:spcPts val="1000"/>
              </a:spcBef>
              <a:spcAft>
                <a:spcPts val="0"/>
              </a:spcAft>
              <a:buClr>
                <a:srgbClr val="FFFFFF"/>
              </a:buClr>
              <a:buSzPts val="1200"/>
              <a:buChar char="•"/>
              <a:defRPr sz="1200">
                <a:solidFill>
                  <a:srgbClr val="FFFFFF"/>
                </a:solidFill>
              </a:defRPr>
            </a:lvl8pPr>
            <a:lvl9pPr indent="-304800" lvl="8" marL="4114800" algn="l">
              <a:lnSpc>
                <a:spcPct val="115000"/>
              </a:lnSpc>
              <a:spcBef>
                <a:spcPts val="1000"/>
              </a:spcBef>
              <a:spcAft>
                <a:spcPts val="1000"/>
              </a:spcAft>
              <a:buClr>
                <a:srgbClr val="FFFFFF"/>
              </a:buClr>
              <a:buSzPts val="1200"/>
              <a:buChar char="•"/>
              <a:defRPr sz="1200">
                <a:solidFill>
                  <a:srgbClr val="FFFFFF"/>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p:cSld name="One Column Layout_1_1">
    <p:spTree>
      <p:nvGrpSpPr>
        <p:cNvPr id="48" name="Shape 48"/>
        <p:cNvGrpSpPr/>
        <p:nvPr/>
      </p:nvGrpSpPr>
      <p:grpSpPr>
        <a:xfrm>
          <a:off x="0" y="0"/>
          <a:ext cx="0" cy="0"/>
          <a:chOff x="0" y="0"/>
          <a:chExt cx="0" cy="0"/>
        </a:xfrm>
      </p:grpSpPr>
      <p:sp>
        <p:nvSpPr>
          <p:cNvPr id="49" name="Google Shape;49;p6"/>
          <p:cNvSpPr txBox="1"/>
          <p:nvPr>
            <p:ph type="title"/>
          </p:nvPr>
        </p:nvSpPr>
        <p:spPr>
          <a:xfrm>
            <a:off x="365750" y="228600"/>
            <a:ext cx="8321100" cy="627900"/>
          </a:xfrm>
          <a:prstGeom prst="rect">
            <a:avLst/>
          </a:prstGeom>
          <a:noFill/>
          <a:ln>
            <a:noFill/>
          </a:ln>
        </p:spPr>
        <p:txBody>
          <a:bodyPr anchorCtr="0" anchor="t" bIns="91425" lIns="91425" spcFirstLastPara="1" rIns="91425" wrap="square" tIns="91425">
            <a:sp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50" name="Google Shape;50;p6"/>
          <p:cNvSpPr txBox="1"/>
          <p:nvPr>
            <p:ph idx="1" type="body"/>
          </p:nvPr>
        </p:nvSpPr>
        <p:spPr>
          <a:xfrm>
            <a:off x="365750" y="1371600"/>
            <a:ext cx="26976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04800" lvl="2" marL="1371600" algn="l">
              <a:lnSpc>
                <a:spcPct val="115000"/>
              </a:lnSpc>
              <a:spcBef>
                <a:spcPts val="1000"/>
              </a:spcBef>
              <a:spcAft>
                <a:spcPts val="0"/>
              </a:spcAft>
              <a:buSzPts val="1200"/>
              <a:buChar char="•"/>
              <a:defRPr sz="1200"/>
            </a:lvl3pPr>
            <a:lvl4pPr indent="-304800" lvl="3" marL="1828800" algn="l">
              <a:lnSpc>
                <a:spcPct val="115000"/>
              </a:lnSpc>
              <a:spcBef>
                <a:spcPts val="1000"/>
              </a:spcBef>
              <a:spcAft>
                <a:spcPts val="0"/>
              </a:spcAft>
              <a:buSzPts val="1200"/>
              <a:buChar char="•"/>
              <a:defRPr sz="1200"/>
            </a:lvl4pPr>
            <a:lvl5pPr indent="-304800" lvl="4" marL="2286000" algn="l">
              <a:lnSpc>
                <a:spcPct val="115000"/>
              </a:lnSpc>
              <a:spcBef>
                <a:spcPts val="1000"/>
              </a:spcBef>
              <a:spcAft>
                <a:spcPts val="0"/>
              </a:spcAft>
              <a:buSzPts val="1200"/>
              <a:buChar char="•"/>
              <a:defRPr sz="1200"/>
            </a:lvl5pPr>
            <a:lvl6pPr indent="-304800" lvl="5" marL="2743200" algn="l">
              <a:lnSpc>
                <a:spcPct val="115000"/>
              </a:lnSpc>
              <a:spcBef>
                <a:spcPts val="1000"/>
              </a:spcBef>
              <a:spcAft>
                <a:spcPts val="0"/>
              </a:spcAft>
              <a:buSzPts val="1200"/>
              <a:buChar char="•"/>
              <a:defRPr sz="1200"/>
            </a:lvl6pPr>
            <a:lvl7pPr indent="-304800" lvl="6" marL="3200400" algn="l">
              <a:lnSpc>
                <a:spcPct val="115000"/>
              </a:lnSpc>
              <a:spcBef>
                <a:spcPts val="1000"/>
              </a:spcBef>
              <a:spcAft>
                <a:spcPts val="0"/>
              </a:spcAft>
              <a:buSzPts val="1200"/>
              <a:buChar char="•"/>
              <a:defRPr sz="1200"/>
            </a:lvl7pPr>
            <a:lvl8pPr indent="-304800" lvl="7" marL="3657600" algn="l">
              <a:lnSpc>
                <a:spcPct val="115000"/>
              </a:lnSpc>
              <a:spcBef>
                <a:spcPts val="1000"/>
              </a:spcBef>
              <a:spcAft>
                <a:spcPts val="0"/>
              </a:spcAft>
              <a:buSzPts val="1200"/>
              <a:buChar char="•"/>
              <a:defRPr sz="1200"/>
            </a:lvl8pPr>
            <a:lvl9pPr indent="-304800" lvl="8" marL="4114800" algn="l">
              <a:lnSpc>
                <a:spcPct val="115000"/>
              </a:lnSpc>
              <a:spcBef>
                <a:spcPts val="1000"/>
              </a:spcBef>
              <a:spcAft>
                <a:spcPts val="1000"/>
              </a:spcAft>
              <a:buSzPts val="1200"/>
              <a:buChar char="•"/>
              <a:defRPr sz="1200"/>
            </a:lvl9pPr>
          </a:lstStyle>
          <a:p/>
        </p:txBody>
      </p:sp>
      <p:sp>
        <p:nvSpPr>
          <p:cNvPr id="51" name="Google Shape;51;p6"/>
          <p:cNvSpPr txBox="1"/>
          <p:nvPr>
            <p:ph idx="2" type="body"/>
          </p:nvPr>
        </p:nvSpPr>
        <p:spPr>
          <a:xfrm>
            <a:off x="3169031" y="1371600"/>
            <a:ext cx="26976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04800" lvl="2" marL="1371600" algn="l">
              <a:lnSpc>
                <a:spcPct val="115000"/>
              </a:lnSpc>
              <a:spcBef>
                <a:spcPts val="1000"/>
              </a:spcBef>
              <a:spcAft>
                <a:spcPts val="0"/>
              </a:spcAft>
              <a:buSzPts val="1200"/>
              <a:buChar char="•"/>
              <a:defRPr sz="1200"/>
            </a:lvl3pPr>
            <a:lvl4pPr indent="-304800" lvl="3" marL="1828800" algn="l">
              <a:lnSpc>
                <a:spcPct val="115000"/>
              </a:lnSpc>
              <a:spcBef>
                <a:spcPts val="1000"/>
              </a:spcBef>
              <a:spcAft>
                <a:spcPts val="0"/>
              </a:spcAft>
              <a:buSzPts val="1200"/>
              <a:buChar char="•"/>
              <a:defRPr sz="1200"/>
            </a:lvl4pPr>
            <a:lvl5pPr indent="-304800" lvl="4" marL="2286000" algn="l">
              <a:lnSpc>
                <a:spcPct val="115000"/>
              </a:lnSpc>
              <a:spcBef>
                <a:spcPts val="1000"/>
              </a:spcBef>
              <a:spcAft>
                <a:spcPts val="0"/>
              </a:spcAft>
              <a:buSzPts val="1200"/>
              <a:buChar char="•"/>
              <a:defRPr sz="1200"/>
            </a:lvl5pPr>
            <a:lvl6pPr indent="-304800" lvl="5" marL="2743200" algn="l">
              <a:lnSpc>
                <a:spcPct val="115000"/>
              </a:lnSpc>
              <a:spcBef>
                <a:spcPts val="1000"/>
              </a:spcBef>
              <a:spcAft>
                <a:spcPts val="0"/>
              </a:spcAft>
              <a:buSzPts val="1200"/>
              <a:buChar char="•"/>
              <a:defRPr sz="1200"/>
            </a:lvl6pPr>
            <a:lvl7pPr indent="-304800" lvl="6" marL="3200400" algn="l">
              <a:lnSpc>
                <a:spcPct val="115000"/>
              </a:lnSpc>
              <a:spcBef>
                <a:spcPts val="1000"/>
              </a:spcBef>
              <a:spcAft>
                <a:spcPts val="0"/>
              </a:spcAft>
              <a:buSzPts val="1200"/>
              <a:buChar char="•"/>
              <a:defRPr sz="1200"/>
            </a:lvl7pPr>
            <a:lvl8pPr indent="-304800" lvl="7" marL="3657600" algn="l">
              <a:lnSpc>
                <a:spcPct val="115000"/>
              </a:lnSpc>
              <a:spcBef>
                <a:spcPts val="1000"/>
              </a:spcBef>
              <a:spcAft>
                <a:spcPts val="0"/>
              </a:spcAft>
              <a:buSzPts val="1200"/>
              <a:buChar char="•"/>
              <a:defRPr sz="1200"/>
            </a:lvl8pPr>
            <a:lvl9pPr indent="-304800" lvl="8" marL="4114800" algn="l">
              <a:lnSpc>
                <a:spcPct val="115000"/>
              </a:lnSpc>
              <a:spcBef>
                <a:spcPts val="1000"/>
              </a:spcBef>
              <a:spcAft>
                <a:spcPts val="1000"/>
              </a:spcAft>
              <a:buSzPts val="1200"/>
              <a:buChar char="•"/>
              <a:defRPr sz="1200"/>
            </a:lvl9pPr>
          </a:lstStyle>
          <a:p/>
        </p:txBody>
      </p:sp>
      <p:sp>
        <p:nvSpPr>
          <p:cNvPr id="52" name="Google Shape;52;p6"/>
          <p:cNvSpPr txBox="1"/>
          <p:nvPr>
            <p:ph idx="3" type="body"/>
          </p:nvPr>
        </p:nvSpPr>
        <p:spPr>
          <a:xfrm>
            <a:off x="6127925" y="1371600"/>
            <a:ext cx="26976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04800" lvl="2" marL="1371600" algn="l">
              <a:lnSpc>
                <a:spcPct val="115000"/>
              </a:lnSpc>
              <a:spcBef>
                <a:spcPts val="1000"/>
              </a:spcBef>
              <a:spcAft>
                <a:spcPts val="0"/>
              </a:spcAft>
              <a:buSzPts val="1200"/>
              <a:buChar char="•"/>
              <a:defRPr sz="1200"/>
            </a:lvl3pPr>
            <a:lvl4pPr indent="-304800" lvl="3" marL="1828800" algn="l">
              <a:lnSpc>
                <a:spcPct val="115000"/>
              </a:lnSpc>
              <a:spcBef>
                <a:spcPts val="1000"/>
              </a:spcBef>
              <a:spcAft>
                <a:spcPts val="0"/>
              </a:spcAft>
              <a:buSzPts val="1200"/>
              <a:buChar char="•"/>
              <a:defRPr sz="1200"/>
            </a:lvl4pPr>
            <a:lvl5pPr indent="-304800" lvl="4" marL="2286000" algn="l">
              <a:lnSpc>
                <a:spcPct val="115000"/>
              </a:lnSpc>
              <a:spcBef>
                <a:spcPts val="1000"/>
              </a:spcBef>
              <a:spcAft>
                <a:spcPts val="0"/>
              </a:spcAft>
              <a:buSzPts val="1200"/>
              <a:buChar char="•"/>
              <a:defRPr sz="1200"/>
            </a:lvl5pPr>
            <a:lvl6pPr indent="-304800" lvl="5" marL="2743200" algn="l">
              <a:lnSpc>
                <a:spcPct val="115000"/>
              </a:lnSpc>
              <a:spcBef>
                <a:spcPts val="1000"/>
              </a:spcBef>
              <a:spcAft>
                <a:spcPts val="0"/>
              </a:spcAft>
              <a:buSzPts val="1200"/>
              <a:buChar char="•"/>
              <a:defRPr sz="1200"/>
            </a:lvl6pPr>
            <a:lvl7pPr indent="-304800" lvl="6" marL="3200400" algn="l">
              <a:lnSpc>
                <a:spcPct val="115000"/>
              </a:lnSpc>
              <a:spcBef>
                <a:spcPts val="1000"/>
              </a:spcBef>
              <a:spcAft>
                <a:spcPts val="0"/>
              </a:spcAft>
              <a:buSzPts val="1200"/>
              <a:buChar char="•"/>
              <a:defRPr sz="1200"/>
            </a:lvl7pPr>
            <a:lvl8pPr indent="-304800" lvl="7" marL="3657600" algn="l">
              <a:lnSpc>
                <a:spcPct val="115000"/>
              </a:lnSpc>
              <a:spcBef>
                <a:spcPts val="1000"/>
              </a:spcBef>
              <a:spcAft>
                <a:spcPts val="0"/>
              </a:spcAft>
              <a:buSzPts val="1200"/>
              <a:buChar char="•"/>
              <a:defRPr sz="1200"/>
            </a:lvl8pPr>
            <a:lvl9pPr indent="-304800" lvl="8" marL="4114800" algn="l">
              <a:lnSpc>
                <a:spcPct val="115000"/>
              </a:lnSpc>
              <a:spcBef>
                <a:spcPts val="1000"/>
              </a:spcBef>
              <a:spcAft>
                <a:spcPts val="1000"/>
              </a:spcAft>
              <a:buSzPts val="1200"/>
              <a:buChar char="•"/>
              <a:defRPr sz="1200"/>
            </a:lvl9pPr>
          </a:lstStyle>
          <a:p/>
        </p:txBody>
      </p:sp>
      <p:sp>
        <p:nvSpPr>
          <p:cNvPr id="53" name="Google Shape;53;p6"/>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55" name="Google Shape;55;p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2026 Snowflake Inc. All Rights Reserved</a:t>
            </a:r>
            <a:endParaRPr b="0" i="0" sz="600" u="none" cap="none" strike="noStrike">
              <a:solidFill>
                <a:srgbClr val="929292"/>
              </a:solidFill>
              <a:latin typeface="Arial"/>
              <a:ea typeface="Arial"/>
              <a:cs typeface="Arial"/>
              <a:sym typeface="Arial"/>
            </a:endParaRPr>
          </a:p>
        </p:txBody>
      </p:sp>
      <p:sp>
        <p:nvSpPr>
          <p:cNvPr id="56" name="Google Shape;56;p6"/>
          <p:cNvSpPr txBox="1"/>
          <p:nvPr>
            <p:ph idx="4"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Tree>
  </p:cSld>
  <p:clrMapOvr>
    <a:masterClrMapping/>
  </p:clrMapOvr>
  <p:extLst>
    <p:ext uri="{DCECCB84-F9BA-43D5-87BE-67443E8EF086}">
      <p15:sldGuideLst>
        <p15:guide id="1" pos="1996">
          <p15:clr>
            <a:srgbClr val="FA7B17"/>
          </p15:clr>
        </p15:guide>
        <p15:guide id="2" pos="1906">
          <p15:clr>
            <a:srgbClr val="FA7B17"/>
          </p15:clr>
        </p15:guide>
        <p15:guide id="3" pos="3758">
          <p15:clr>
            <a:srgbClr val="FA7B17"/>
          </p15:clr>
        </p15:guide>
        <p15:guide id="4" pos="3860">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1">
  <p:cSld name="Multi-use layout_1">
    <p:spTree>
      <p:nvGrpSpPr>
        <p:cNvPr id="57" name="Shape 57"/>
        <p:cNvGrpSpPr/>
        <p:nvPr/>
      </p:nvGrpSpPr>
      <p:grpSpPr>
        <a:xfrm>
          <a:off x="0" y="0"/>
          <a:ext cx="0" cy="0"/>
          <a:chOff x="0" y="0"/>
          <a:chExt cx="0" cy="0"/>
        </a:xfrm>
      </p:grpSpPr>
      <p:grpSp>
        <p:nvGrpSpPr>
          <p:cNvPr id="58" name="Google Shape;58;p7"/>
          <p:cNvGrpSpPr/>
          <p:nvPr/>
        </p:nvGrpSpPr>
        <p:grpSpPr>
          <a:xfrm>
            <a:off x="3" y="3761952"/>
            <a:ext cx="9143997" cy="1371564"/>
            <a:chOff x="-10" y="3735321"/>
            <a:chExt cx="9139427" cy="1408177"/>
          </a:xfrm>
        </p:grpSpPr>
        <p:pic>
          <p:nvPicPr>
            <p:cNvPr id="59" name="Google Shape;59;p7"/>
            <p:cNvPicPr preferRelativeResize="0"/>
            <p:nvPr/>
          </p:nvPicPr>
          <p:blipFill rotWithShape="1">
            <a:blip r:embed="rId2">
              <a:alphaModFix amt="29000"/>
            </a:blip>
            <a:srcRect b="137" l="0" r="0" t="139"/>
            <a:stretch/>
          </p:blipFill>
          <p:spPr>
            <a:xfrm>
              <a:off x="-10" y="3735321"/>
              <a:ext cx="3044952" cy="1408177"/>
            </a:xfrm>
            <a:prstGeom prst="rect">
              <a:avLst/>
            </a:prstGeom>
            <a:noFill/>
            <a:ln>
              <a:noFill/>
            </a:ln>
          </p:spPr>
        </p:pic>
        <p:pic>
          <p:nvPicPr>
            <p:cNvPr id="60" name="Google Shape;60;p7"/>
            <p:cNvPicPr preferRelativeResize="0"/>
            <p:nvPr/>
          </p:nvPicPr>
          <p:blipFill rotWithShape="1">
            <a:blip r:embed="rId3">
              <a:alphaModFix amt="29000"/>
            </a:blip>
            <a:srcRect b="137" l="0" r="0" t="139"/>
            <a:stretch/>
          </p:blipFill>
          <p:spPr>
            <a:xfrm>
              <a:off x="3049515" y="3735321"/>
              <a:ext cx="3044952" cy="1408177"/>
            </a:xfrm>
            <a:prstGeom prst="rect">
              <a:avLst/>
            </a:prstGeom>
            <a:noFill/>
            <a:ln>
              <a:noFill/>
            </a:ln>
          </p:spPr>
        </p:pic>
        <p:pic>
          <p:nvPicPr>
            <p:cNvPr id="61" name="Google Shape;61;p7"/>
            <p:cNvPicPr preferRelativeResize="0"/>
            <p:nvPr/>
          </p:nvPicPr>
          <p:blipFill rotWithShape="1">
            <a:blip r:embed="rId4">
              <a:alphaModFix amt="29000"/>
            </a:blip>
            <a:srcRect b="137" l="0" r="0" t="139"/>
            <a:stretch/>
          </p:blipFill>
          <p:spPr>
            <a:xfrm>
              <a:off x="6094465" y="3735321"/>
              <a:ext cx="3044952" cy="1408177"/>
            </a:xfrm>
            <a:prstGeom prst="rect">
              <a:avLst/>
            </a:prstGeom>
            <a:noFill/>
            <a:ln>
              <a:noFill/>
            </a:ln>
          </p:spPr>
        </p:pic>
      </p:grpSp>
      <p:sp>
        <p:nvSpPr>
          <p:cNvPr id="62" name="Google Shape;62;p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3" name="Google Shape;63;p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64" name="Google Shape;64;p7"/>
          <p:cNvSpPr txBox="1"/>
          <p:nvPr>
            <p:ph type="title"/>
          </p:nvPr>
        </p:nvSpPr>
        <p:spPr>
          <a:xfrm>
            <a:off x="367897" y="228600"/>
            <a:ext cx="8344800" cy="548700"/>
          </a:xfrm>
          <a:prstGeom prst="rect">
            <a:avLst/>
          </a:prstGeom>
          <a:noFill/>
          <a:ln>
            <a:noFill/>
          </a:ln>
        </p:spPr>
        <p:txBody>
          <a:bodyPr anchorCtr="0" anchor="t" bIns="91425" lIns="91425" spcFirstLastPara="1" rIns="91425" wrap="square" tIns="91425">
            <a:no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65" name="Google Shape;65;p7"/>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66" name="Google Shape;66;p7"/>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2026 Snowflake Inc. All Rights Reserved</a:t>
            </a:r>
            <a:endParaRPr b="0" i="0" sz="600" u="none" cap="none" strike="noStrike">
              <a:solidFill>
                <a:srgbClr val="929292"/>
              </a:solidFill>
              <a:latin typeface="Arial"/>
              <a:ea typeface="Arial"/>
              <a:cs typeface="Arial"/>
              <a:sym typeface="Arial"/>
            </a:endParaRPr>
          </a:p>
        </p:txBody>
      </p:sp>
      <p:sp>
        <p:nvSpPr>
          <p:cNvPr id="68" name="Google Shape;68;p7"/>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2">
  <p:cSld name="Thank You_1">
    <p:bg>
      <p:bgPr>
        <a:solidFill>
          <a:schemeClr val="accent1"/>
        </a:solidFill>
      </p:bgPr>
    </p:bg>
    <p:spTree>
      <p:nvGrpSpPr>
        <p:cNvPr id="69" name="Shape 69"/>
        <p:cNvGrpSpPr/>
        <p:nvPr/>
      </p:nvGrpSpPr>
      <p:grpSpPr>
        <a:xfrm>
          <a:off x="0" y="0"/>
          <a:ext cx="0" cy="0"/>
          <a:chOff x="0" y="0"/>
          <a:chExt cx="0" cy="0"/>
        </a:xfrm>
      </p:grpSpPr>
      <p:grpSp>
        <p:nvGrpSpPr>
          <p:cNvPr id="70" name="Google Shape;70;p8"/>
          <p:cNvGrpSpPr/>
          <p:nvPr/>
        </p:nvGrpSpPr>
        <p:grpSpPr>
          <a:xfrm>
            <a:off x="-10" y="3770440"/>
            <a:ext cx="9143997" cy="1371564"/>
            <a:chOff x="-10" y="3735321"/>
            <a:chExt cx="9139427" cy="1408177"/>
          </a:xfrm>
        </p:grpSpPr>
        <p:pic>
          <p:nvPicPr>
            <p:cNvPr id="71" name="Google Shape;71;p8"/>
            <p:cNvPicPr preferRelativeResize="0"/>
            <p:nvPr/>
          </p:nvPicPr>
          <p:blipFill rotWithShape="1">
            <a:blip r:embed="rId2">
              <a:alphaModFix/>
            </a:blip>
            <a:srcRect b="0" l="0" r="0" t="0"/>
            <a:stretch/>
          </p:blipFill>
          <p:spPr>
            <a:xfrm>
              <a:off x="-10" y="3735321"/>
              <a:ext cx="3044952" cy="1408177"/>
            </a:xfrm>
            <a:prstGeom prst="rect">
              <a:avLst/>
            </a:prstGeom>
            <a:noFill/>
            <a:ln>
              <a:noFill/>
            </a:ln>
          </p:spPr>
        </p:pic>
        <p:pic>
          <p:nvPicPr>
            <p:cNvPr id="72" name="Google Shape;72;p8"/>
            <p:cNvPicPr preferRelativeResize="0"/>
            <p:nvPr/>
          </p:nvPicPr>
          <p:blipFill rotWithShape="1">
            <a:blip r:embed="rId3">
              <a:alphaModFix/>
            </a:blip>
            <a:srcRect b="137" l="0" r="0" t="139"/>
            <a:stretch/>
          </p:blipFill>
          <p:spPr>
            <a:xfrm>
              <a:off x="3049515" y="3735321"/>
              <a:ext cx="3044952" cy="1408177"/>
            </a:xfrm>
            <a:prstGeom prst="rect">
              <a:avLst/>
            </a:prstGeom>
            <a:noFill/>
            <a:ln>
              <a:noFill/>
            </a:ln>
          </p:spPr>
        </p:pic>
        <p:pic>
          <p:nvPicPr>
            <p:cNvPr id="73" name="Google Shape;73;p8"/>
            <p:cNvPicPr preferRelativeResize="0"/>
            <p:nvPr/>
          </p:nvPicPr>
          <p:blipFill rotWithShape="1">
            <a:blip r:embed="rId4">
              <a:alphaModFix/>
            </a:blip>
            <a:srcRect b="137" l="0" r="0" t="139"/>
            <a:stretch/>
          </p:blipFill>
          <p:spPr>
            <a:xfrm>
              <a:off x="6094465" y="3735321"/>
              <a:ext cx="3044952" cy="1408177"/>
            </a:xfrm>
            <a:prstGeom prst="rect">
              <a:avLst/>
            </a:prstGeom>
            <a:noFill/>
            <a:ln>
              <a:noFill/>
            </a:ln>
          </p:spPr>
        </p:pic>
      </p:grpSp>
      <p:sp>
        <p:nvSpPr>
          <p:cNvPr id="74" name="Google Shape;74;p8"/>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75" name="Google Shape;75;p8"/>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5200"/>
              <a:buNone/>
              <a:defRPr b="1" sz="5200" cap="none">
                <a:solidFill>
                  <a:schemeClr val="lt1"/>
                </a:solidFill>
                <a:latin typeface="Arial"/>
                <a:ea typeface="Arial"/>
                <a:cs typeface="Arial"/>
                <a:sym typeface="Aria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76" name="Google Shape;76;p8"/>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2026 Snowflake Inc. All Rights Reserved</a:t>
            </a:r>
            <a:endParaRPr b="0" i="0" sz="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4">
  <p:cSld name="Data Cloud_1_1_2">
    <p:bg>
      <p:bgPr>
        <a:solidFill>
          <a:schemeClr val="accent1"/>
        </a:solidFill>
      </p:bgPr>
    </p:bg>
    <p:spTree>
      <p:nvGrpSpPr>
        <p:cNvPr id="77" name="Shape 77"/>
        <p:cNvGrpSpPr/>
        <p:nvPr/>
      </p:nvGrpSpPr>
      <p:grpSpPr>
        <a:xfrm>
          <a:off x="0" y="0"/>
          <a:ext cx="0" cy="0"/>
          <a:chOff x="0" y="0"/>
          <a:chExt cx="0" cy="0"/>
        </a:xfrm>
      </p:grpSpPr>
      <p:sp>
        <p:nvSpPr>
          <p:cNvPr id="78" name="Google Shape;78;p9"/>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9"/>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2022 Snowflake Inc. All Rights Reserved</a:t>
            </a:r>
            <a:endParaRPr b="0" i="0" sz="600" u="none" cap="none" strike="noStrike">
              <a:solidFill>
                <a:schemeClr val="dk1"/>
              </a:solidFill>
              <a:latin typeface="Arial"/>
              <a:ea typeface="Arial"/>
              <a:cs typeface="Arial"/>
              <a:sym typeface="Arial"/>
            </a:endParaRPr>
          </a:p>
        </p:txBody>
      </p:sp>
      <p:sp>
        <p:nvSpPr>
          <p:cNvPr id="80" name="Google Shape;80;p9"/>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Autofit/>
          </a:bodyPr>
          <a:lstStyle>
            <a:lvl1pPr lvl="0" marR="0" algn="l">
              <a:lnSpc>
                <a:spcPct val="74000"/>
              </a:lnSpc>
              <a:spcBef>
                <a:spcPts val="0"/>
              </a:spcBef>
              <a:spcAft>
                <a:spcPts val="0"/>
              </a:spcAft>
              <a:buClr>
                <a:schemeClr val="dk1"/>
              </a:buClr>
              <a:buSzPts val="4400"/>
              <a:buNone/>
              <a:defRPr b="1" i="0" sz="44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81" name="Google Shape;81;p9"/>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b="0" i="0" sz="18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82" name="Google Shape;82;p9"/>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b="0" i="0" sz="14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83" name="Google Shape;83;p9"/>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84" name="Google Shape;84;p9"/>
          <p:cNvSpPr/>
          <p:nvPr/>
        </p:nvSpPr>
        <p:spPr>
          <a:xfrm>
            <a:off x="5917776" y="1776875"/>
            <a:ext cx="4395610" cy="4179094"/>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alpha val="1254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3">
  <p:cSld name="Quote - Violet_1_1_2_1_1">
    <p:bg>
      <p:bgPr>
        <a:solidFill>
          <a:schemeClr val="dk2"/>
        </a:solidFill>
      </p:bgPr>
    </p:bg>
    <p:spTree>
      <p:nvGrpSpPr>
        <p:cNvPr id="85" name="Shape 85"/>
        <p:cNvGrpSpPr/>
        <p:nvPr/>
      </p:nvGrpSpPr>
      <p:grpSpPr>
        <a:xfrm>
          <a:off x="0" y="0"/>
          <a:ext cx="0" cy="0"/>
          <a:chOff x="0" y="0"/>
          <a:chExt cx="0" cy="0"/>
        </a:xfrm>
      </p:grpSpPr>
      <p:grpSp>
        <p:nvGrpSpPr>
          <p:cNvPr id="86" name="Google Shape;86;p10"/>
          <p:cNvGrpSpPr/>
          <p:nvPr/>
        </p:nvGrpSpPr>
        <p:grpSpPr>
          <a:xfrm>
            <a:off x="-10" y="3770439"/>
            <a:ext cx="9143997" cy="1371564"/>
            <a:chOff x="-10" y="3735321"/>
            <a:chExt cx="9139427" cy="1408177"/>
          </a:xfrm>
        </p:grpSpPr>
        <p:pic>
          <p:nvPicPr>
            <p:cNvPr id="87" name="Google Shape;87;p10"/>
            <p:cNvPicPr preferRelativeResize="0"/>
            <p:nvPr/>
          </p:nvPicPr>
          <p:blipFill rotWithShape="1">
            <a:blip r:embed="rId2">
              <a:alphaModFix amt="72000"/>
            </a:blip>
            <a:srcRect b="0" l="0" r="0" t="0"/>
            <a:stretch/>
          </p:blipFill>
          <p:spPr>
            <a:xfrm>
              <a:off x="-10" y="3735321"/>
              <a:ext cx="3044952" cy="1408177"/>
            </a:xfrm>
            <a:prstGeom prst="rect">
              <a:avLst/>
            </a:prstGeom>
            <a:noFill/>
            <a:ln>
              <a:noFill/>
            </a:ln>
          </p:spPr>
        </p:pic>
        <p:pic>
          <p:nvPicPr>
            <p:cNvPr id="88" name="Google Shape;88;p10"/>
            <p:cNvPicPr preferRelativeResize="0"/>
            <p:nvPr/>
          </p:nvPicPr>
          <p:blipFill rotWithShape="1">
            <a:blip r:embed="rId3">
              <a:alphaModFix amt="72000"/>
            </a:blip>
            <a:srcRect b="137" l="0" r="0" t="139"/>
            <a:stretch/>
          </p:blipFill>
          <p:spPr>
            <a:xfrm>
              <a:off x="3049515" y="3735321"/>
              <a:ext cx="3044952" cy="1408177"/>
            </a:xfrm>
            <a:prstGeom prst="rect">
              <a:avLst/>
            </a:prstGeom>
            <a:noFill/>
            <a:ln>
              <a:noFill/>
            </a:ln>
          </p:spPr>
        </p:pic>
        <p:pic>
          <p:nvPicPr>
            <p:cNvPr id="89" name="Google Shape;89;p10"/>
            <p:cNvPicPr preferRelativeResize="0"/>
            <p:nvPr/>
          </p:nvPicPr>
          <p:blipFill rotWithShape="1">
            <a:blip r:embed="rId4">
              <a:alphaModFix amt="72000"/>
            </a:blip>
            <a:srcRect b="137" l="0" r="0" t="139"/>
            <a:stretch/>
          </p:blipFill>
          <p:spPr>
            <a:xfrm>
              <a:off x="6094465" y="3735321"/>
              <a:ext cx="3044952" cy="1408177"/>
            </a:xfrm>
            <a:prstGeom prst="rect">
              <a:avLst/>
            </a:prstGeom>
            <a:noFill/>
            <a:ln>
              <a:noFill/>
            </a:ln>
          </p:spPr>
        </p:pic>
      </p:grpSp>
      <p:sp>
        <p:nvSpPr>
          <p:cNvPr id="90" name="Google Shape;90;p10"/>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algn="l">
              <a:lnSpc>
                <a:spcPct val="74000"/>
              </a:lnSpc>
              <a:spcBef>
                <a:spcPts val="0"/>
              </a:spcBef>
              <a:spcAft>
                <a:spcPts val="0"/>
              </a:spcAft>
              <a:buClr>
                <a:schemeClr val="lt1"/>
              </a:buClr>
              <a:buSzPts val="4000"/>
              <a:buNone/>
              <a:defRPr b="1" sz="4000" cap="none">
                <a:solidFill>
                  <a:schemeClr val="lt1"/>
                </a:solidFill>
                <a:latin typeface="Arial"/>
                <a:ea typeface="Arial"/>
                <a:cs typeface="Arial"/>
                <a:sym typeface="Arial"/>
              </a:defRPr>
            </a:lvl1pPr>
            <a:lvl2pPr indent="-342900" lvl="1" marL="914400" algn="l">
              <a:lnSpc>
                <a:spcPct val="74000"/>
              </a:lnSpc>
              <a:spcBef>
                <a:spcPts val="10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
        <p:nvSpPr>
          <p:cNvPr id="91" name="Google Shape;91;p10"/>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92" name="Google Shape;92;p1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
    <p:spTree>
      <p:nvGrpSpPr>
        <p:cNvPr id="93" name="Shape 93"/>
        <p:cNvGrpSpPr/>
        <p:nvPr/>
      </p:nvGrpSpPr>
      <p:grpSpPr>
        <a:xfrm>
          <a:off x="0" y="0"/>
          <a:ext cx="0" cy="0"/>
          <a:chOff x="0" y="0"/>
          <a:chExt cx="0" cy="0"/>
        </a:xfrm>
      </p:grpSpPr>
      <p:sp>
        <p:nvSpPr>
          <p:cNvPr id="94" name="Google Shape;94;p1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5" name="Google Shape;95;p1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96" name="Google Shape;96;p11"/>
          <p:cNvSpPr txBox="1"/>
          <p:nvPr>
            <p:ph type="title"/>
          </p:nvPr>
        </p:nvSpPr>
        <p:spPr>
          <a:xfrm>
            <a:off x="367897" y="228600"/>
            <a:ext cx="8344800" cy="548700"/>
          </a:xfrm>
          <a:prstGeom prst="rect">
            <a:avLst/>
          </a:prstGeom>
          <a:noFill/>
          <a:ln>
            <a:noFill/>
          </a:ln>
        </p:spPr>
        <p:txBody>
          <a:bodyPr anchorCtr="0" anchor="t" bIns="91425" lIns="91425" spcFirstLastPara="1" rIns="91425" wrap="square" tIns="91425">
            <a:no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97" name="Google Shape;97;p11"/>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98" name="Google Shape;98;p11"/>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2022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Layout">
  <p:cSld name="One Column Layout_1">
    <p:spTree>
      <p:nvGrpSpPr>
        <p:cNvPr id="100" name="Shape 100"/>
        <p:cNvGrpSpPr/>
        <p:nvPr/>
      </p:nvGrpSpPr>
      <p:grpSpPr>
        <a:xfrm>
          <a:off x="0" y="0"/>
          <a:ext cx="0" cy="0"/>
          <a:chOff x="0" y="0"/>
          <a:chExt cx="0" cy="0"/>
        </a:xfrm>
      </p:grpSpPr>
      <p:sp>
        <p:nvSpPr>
          <p:cNvPr id="101" name="Google Shape;101;p12"/>
          <p:cNvSpPr txBox="1"/>
          <p:nvPr>
            <p:ph type="title"/>
          </p:nvPr>
        </p:nvSpPr>
        <p:spPr>
          <a:xfrm>
            <a:off x="365750" y="228600"/>
            <a:ext cx="8321100" cy="627900"/>
          </a:xfrm>
          <a:prstGeom prst="rect">
            <a:avLst/>
          </a:prstGeom>
          <a:noFill/>
          <a:ln>
            <a:noFill/>
          </a:ln>
        </p:spPr>
        <p:txBody>
          <a:bodyPr anchorCtr="0" anchor="t" bIns="91425" lIns="91425" spcFirstLastPara="1" rIns="91425" wrap="square" tIns="91425">
            <a:sp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102" name="Google Shape;102;p12"/>
          <p:cNvSpPr txBox="1"/>
          <p:nvPr>
            <p:ph idx="1" type="body"/>
          </p:nvPr>
        </p:nvSpPr>
        <p:spPr>
          <a:xfrm>
            <a:off x="365750" y="1371600"/>
            <a:ext cx="4160400" cy="3314700"/>
          </a:xfrm>
          <a:prstGeom prst="rect">
            <a:avLst/>
          </a:prstGeom>
          <a:noFill/>
          <a:ln>
            <a:noFill/>
          </a:ln>
        </p:spPr>
        <p:txBody>
          <a:bodyPr anchorCtr="0" anchor="t" bIns="91425" lIns="91425" spcFirstLastPara="1" rIns="91425" wrap="square" tIns="91425">
            <a:sp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1000"/>
              </a:spcBef>
              <a:spcAft>
                <a:spcPts val="0"/>
              </a:spcAft>
              <a:buSzPts val="1800"/>
              <a:buChar char="•"/>
              <a:defRPr/>
            </a:lvl2pPr>
            <a:lvl3pPr indent="-317500" lvl="2" marL="1371600" algn="l">
              <a:lnSpc>
                <a:spcPct val="115000"/>
              </a:lnSpc>
              <a:spcBef>
                <a:spcPts val="1000"/>
              </a:spcBef>
              <a:spcAft>
                <a:spcPts val="0"/>
              </a:spcAft>
              <a:buSzPts val="1400"/>
              <a:buChar char="•"/>
              <a:defRPr/>
            </a:lvl3pPr>
            <a:lvl4pPr indent="-317500" lvl="3" marL="1828800" algn="l">
              <a:lnSpc>
                <a:spcPct val="115000"/>
              </a:lnSpc>
              <a:spcBef>
                <a:spcPts val="1000"/>
              </a:spcBef>
              <a:spcAft>
                <a:spcPts val="0"/>
              </a:spcAft>
              <a:buSzPts val="1400"/>
              <a:buChar char="•"/>
              <a:defRPr/>
            </a:lvl4pPr>
            <a:lvl5pPr indent="-317500" lvl="4" marL="2286000" algn="l">
              <a:lnSpc>
                <a:spcPct val="115000"/>
              </a:lnSpc>
              <a:spcBef>
                <a:spcPts val="1000"/>
              </a:spcBef>
              <a:spcAft>
                <a:spcPts val="0"/>
              </a:spcAft>
              <a:buSzPts val="1400"/>
              <a:buChar char="•"/>
              <a:defRPr/>
            </a:lvl5pPr>
            <a:lvl6pPr indent="-317500" lvl="5" marL="2743200" algn="l">
              <a:lnSpc>
                <a:spcPct val="115000"/>
              </a:lnSpc>
              <a:spcBef>
                <a:spcPts val="1000"/>
              </a:spcBef>
              <a:spcAft>
                <a:spcPts val="0"/>
              </a:spcAft>
              <a:buSzPts val="1400"/>
              <a:buChar char="•"/>
              <a:defRPr/>
            </a:lvl6pPr>
            <a:lvl7pPr indent="-317500" lvl="6" marL="3200400" algn="l">
              <a:lnSpc>
                <a:spcPct val="115000"/>
              </a:lnSpc>
              <a:spcBef>
                <a:spcPts val="1000"/>
              </a:spcBef>
              <a:spcAft>
                <a:spcPts val="0"/>
              </a:spcAft>
              <a:buSzPts val="1400"/>
              <a:buChar char="•"/>
              <a:defRPr/>
            </a:lvl7pPr>
            <a:lvl8pPr indent="-317500" lvl="7" marL="3657600" algn="l">
              <a:lnSpc>
                <a:spcPct val="115000"/>
              </a:lnSpc>
              <a:spcBef>
                <a:spcPts val="1000"/>
              </a:spcBef>
              <a:spcAft>
                <a:spcPts val="0"/>
              </a:spcAft>
              <a:buSzPts val="1400"/>
              <a:buChar char="•"/>
              <a:defRPr/>
            </a:lvl8pPr>
            <a:lvl9pPr indent="-317500" lvl="8" marL="4114800" algn="l">
              <a:lnSpc>
                <a:spcPct val="115000"/>
              </a:lnSpc>
              <a:spcBef>
                <a:spcPts val="1000"/>
              </a:spcBef>
              <a:spcAft>
                <a:spcPts val="1000"/>
              </a:spcAft>
              <a:buSzPts val="1400"/>
              <a:buChar char="•"/>
              <a:defRPr/>
            </a:lvl9pPr>
          </a:lstStyle>
          <a:p/>
        </p:txBody>
      </p:sp>
      <p:sp>
        <p:nvSpPr>
          <p:cNvPr id="103" name="Google Shape;103;p12"/>
          <p:cNvSpPr txBox="1"/>
          <p:nvPr>
            <p:ph idx="2" type="body"/>
          </p:nvPr>
        </p:nvSpPr>
        <p:spPr>
          <a:xfrm>
            <a:off x="4617721" y="1371600"/>
            <a:ext cx="4160400" cy="3314700"/>
          </a:xfrm>
          <a:prstGeom prst="rect">
            <a:avLst/>
          </a:prstGeom>
          <a:noFill/>
          <a:ln>
            <a:noFill/>
          </a:ln>
        </p:spPr>
        <p:txBody>
          <a:bodyPr anchorCtr="0" anchor="t" bIns="91425" lIns="91425" spcFirstLastPara="1" rIns="91425" wrap="square" tIns="91425">
            <a:sp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1000"/>
              </a:spcBef>
              <a:spcAft>
                <a:spcPts val="0"/>
              </a:spcAft>
              <a:buSzPts val="1800"/>
              <a:buChar char="•"/>
              <a:defRPr/>
            </a:lvl2pPr>
            <a:lvl3pPr indent="-317500" lvl="2" marL="1371600" algn="l">
              <a:lnSpc>
                <a:spcPct val="115000"/>
              </a:lnSpc>
              <a:spcBef>
                <a:spcPts val="1000"/>
              </a:spcBef>
              <a:spcAft>
                <a:spcPts val="0"/>
              </a:spcAft>
              <a:buSzPts val="1400"/>
              <a:buChar char="•"/>
              <a:defRPr/>
            </a:lvl3pPr>
            <a:lvl4pPr indent="-317500" lvl="3" marL="1828800" algn="l">
              <a:lnSpc>
                <a:spcPct val="115000"/>
              </a:lnSpc>
              <a:spcBef>
                <a:spcPts val="1000"/>
              </a:spcBef>
              <a:spcAft>
                <a:spcPts val="0"/>
              </a:spcAft>
              <a:buSzPts val="1400"/>
              <a:buChar char="•"/>
              <a:defRPr/>
            </a:lvl4pPr>
            <a:lvl5pPr indent="-317500" lvl="4" marL="2286000" algn="l">
              <a:lnSpc>
                <a:spcPct val="115000"/>
              </a:lnSpc>
              <a:spcBef>
                <a:spcPts val="1000"/>
              </a:spcBef>
              <a:spcAft>
                <a:spcPts val="0"/>
              </a:spcAft>
              <a:buSzPts val="1400"/>
              <a:buChar char="•"/>
              <a:defRPr/>
            </a:lvl5pPr>
            <a:lvl6pPr indent="-317500" lvl="5" marL="2743200" algn="l">
              <a:lnSpc>
                <a:spcPct val="115000"/>
              </a:lnSpc>
              <a:spcBef>
                <a:spcPts val="1000"/>
              </a:spcBef>
              <a:spcAft>
                <a:spcPts val="0"/>
              </a:spcAft>
              <a:buSzPts val="1400"/>
              <a:buChar char="•"/>
              <a:defRPr/>
            </a:lvl6pPr>
            <a:lvl7pPr indent="-317500" lvl="6" marL="3200400" algn="l">
              <a:lnSpc>
                <a:spcPct val="115000"/>
              </a:lnSpc>
              <a:spcBef>
                <a:spcPts val="1000"/>
              </a:spcBef>
              <a:spcAft>
                <a:spcPts val="0"/>
              </a:spcAft>
              <a:buSzPts val="1400"/>
              <a:buChar char="•"/>
              <a:defRPr/>
            </a:lvl7pPr>
            <a:lvl8pPr indent="-317500" lvl="7" marL="3657600" algn="l">
              <a:lnSpc>
                <a:spcPct val="115000"/>
              </a:lnSpc>
              <a:spcBef>
                <a:spcPts val="1000"/>
              </a:spcBef>
              <a:spcAft>
                <a:spcPts val="0"/>
              </a:spcAft>
              <a:buSzPts val="1400"/>
              <a:buChar char="•"/>
              <a:defRPr/>
            </a:lvl8pPr>
            <a:lvl9pPr indent="-317500" lvl="8" marL="4114800" algn="l">
              <a:lnSpc>
                <a:spcPct val="115000"/>
              </a:lnSpc>
              <a:spcBef>
                <a:spcPts val="1000"/>
              </a:spcBef>
              <a:spcAft>
                <a:spcPts val="1000"/>
              </a:spcAft>
              <a:buSzPts val="1400"/>
              <a:buChar char="•"/>
              <a:defRPr/>
            </a:lvl9pPr>
          </a:lstStyle>
          <a:p/>
        </p:txBody>
      </p:sp>
      <p:sp>
        <p:nvSpPr>
          <p:cNvPr id="104" name="Google Shape;104;p1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1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06" name="Google Shape;106;p1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2022 Snowflake Inc. All Rights Reserved</a:t>
            </a:r>
            <a:endParaRPr b="0" i="0" sz="600" u="none" cap="none" strike="noStrike">
              <a:solidFill>
                <a:srgbClr val="929292"/>
              </a:solidFill>
              <a:latin typeface="Arial"/>
              <a:ea typeface="Arial"/>
              <a:cs typeface="Arial"/>
              <a:sym typeface="Arial"/>
            </a:endParaRPr>
          </a:p>
        </p:txBody>
      </p:sp>
      <p:sp>
        <p:nvSpPr>
          <p:cNvPr id="107" name="Google Shape;107;p12"/>
          <p:cNvSpPr txBox="1"/>
          <p:nvPr>
            <p:ph idx="3"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Layout">
  <p:cSld name="One Column Layout_1_1_1">
    <p:spTree>
      <p:nvGrpSpPr>
        <p:cNvPr id="108" name="Shape 108"/>
        <p:cNvGrpSpPr/>
        <p:nvPr/>
      </p:nvGrpSpPr>
      <p:grpSpPr>
        <a:xfrm>
          <a:off x="0" y="0"/>
          <a:ext cx="0" cy="0"/>
          <a:chOff x="0" y="0"/>
          <a:chExt cx="0" cy="0"/>
        </a:xfrm>
      </p:grpSpPr>
      <p:sp>
        <p:nvSpPr>
          <p:cNvPr id="109" name="Google Shape;109;p13"/>
          <p:cNvSpPr/>
          <p:nvPr/>
        </p:nvSpPr>
        <p:spPr>
          <a:xfrm>
            <a:off x="457195" y="4846508"/>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10" name="Google Shape;110;p13"/>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13"/>
          <p:cNvSpPr txBox="1"/>
          <p:nvPr>
            <p:ph type="title"/>
          </p:nvPr>
        </p:nvSpPr>
        <p:spPr>
          <a:xfrm>
            <a:off x="365750" y="228600"/>
            <a:ext cx="8321100" cy="627900"/>
          </a:xfrm>
          <a:prstGeom prst="rect">
            <a:avLst/>
          </a:prstGeom>
          <a:noFill/>
          <a:ln>
            <a:noFill/>
          </a:ln>
        </p:spPr>
        <p:txBody>
          <a:bodyPr anchorCtr="0" anchor="t" bIns="91425" lIns="91425" spcFirstLastPara="1" rIns="91425" wrap="square" tIns="91425">
            <a:sp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112" name="Google Shape;112;p13"/>
          <p:cNvSpPr txBox="1"/>
          <p:nvPr>
            <p:ph idx="1" type="body"/>
          </p:nvPr>
        </p:nvSpPr>
        <p:spPr>
          <a:xfrm>
            <a:off x="365750"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113" name="Google Shape;113;p13"/>
          <p:cNvSpPr txBox="1"/>
          <p:nvPr>
            <p:ph idx="2" type="body"/>
          </p:nvPr>
        </p:nvSpPr>
        <p:spPr>
          <a:xfrm>
            <a:off x="2459408"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114" name="Google Shape;114;p13"/>
          <p:cNvSpPr txBox="1"/>
          <p:nvPr>
            <p:ph idx="3" type="body"/>
          </p:nvPr>
        </p:nvSpPr>
        <p:spPr>
          <a:xfrm>
            <a:off x="4673192"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115" name="Google Shape;115;p13"/>
          <p:cNvSpPr txBox="1"/>
          <p:nvPr>
            <p:ph idx="4" type="body"/>
          </p:nvPr>
        </p:nvSpPr>
        <p:spPr>
          <a:xfrm>
            <a:off x="6887000"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116" name="Google Shape;116;p13"/>
          <p:cNvSpPr/>
          <p:nvPr/>
        </p:nvSpPr>
        <p:spPr>
          <a:xfrm>
            <a:off x="660640" y="4867093"/>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2022 Snowflake Inc. All Rights Reserved</a:t>
            </a:r>
            <a:endParaRPr b="0" i="0" sz="600" u="none" cap="none" strike="noStrike">
              <a:solidFill>
                <a:srgbClr val="929292"/>
              </a:solidFill>
              <a:latin typeface="Arial"/>
              <a:ea typeface="Arial"/>
              <a:cs typeface="Arial"/>
              <a:sym typeface="Arial"/>
            </a:endParaRPr>
          </a:p>
        </p:txBody>
      </p:sp>
      <p:sp>
        <p:nvSpPr>
          <p:cNvPr id="117" name="Google Shape;117;p13"/>
          <p:cNvSpPr txBox="1"/>
          <p:nvPr>
            <p:ph idx="5"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Tree>
  </p:cSld>
  <p:clrMapOvr>
    <a:masterClrMapping/>
  </p:clrMapOvr>
  <p:extLst>
    <p:ext uri="{DCECCB84-F9BA-43D5-87BE-67443E8EF086}">
      <p15:sldGuideLst>
        <p15:guide id="1" pos="1422">
          <p15:clr>
            <a:srgbClr val="FA7B17"/>
          </p15:clr>
        </p15:guide>
        <p15:guide id="2" pos="4211">
          <p15:clr>
            <a:srgbClr val="FA7B17"/>
          </p15:clr>
        </p15:guide>
        <p15:guide id="3" pos="1549">
          <p15:clr>
            <a:srgbClr val="FA7B17"/>
          </p15:clr>
        </p15:guide>
        <p15:guide id="4" pos="2816">
          <p15:clr>
            <a:srgbClr val="FA7B17"/>
          </p15:clr>
        </p15:guide>
        <p15:guide id="5" pos="2944">
          <p15:clr>
            <a:srgbClr val="FA7B17"/>
          </p15:clr>
        </p15:guide>
        <p15:guide id="6" pos="4338">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p:cSld name="Split Layout">
    <p:spTree>
      <p:nvGrpSpPr>
        <p:cNvPr id="118" name="Shape 118"/>
        <p:cNvGrpSpPr/>
        <p:nvPr/>
      </p:nvGrpSpPr>
      <p:grpSpPr>
        <a:xfrm>
          <a:off x="0" y="0"/>
          <a:ext cx="0" cy="0"/>
          <a:chOff x="0" y="0"/>
          <a:chExt cx="0" cy="0"/>
        </a:xfrm>
      </p:grpSpPr>
      <p:sp>
        <p:nvSpPr>
          <p:cNvPr id="119" name="Google Shape;119;p14"/>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Lato"/>
              <a:ea typeface="Lato"/>
              <a:cs typeface="Lato"/>
              <a:sym typeface="Lato"/>
            </a:endParaRPr>
          </a:p>
        </p:txBody>
      </p:sp>
      <p:sp>
        <p:nvSpPr>
          <p:cNvPr id="120" name="Google Shape;120;p14"/>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dk1"/>
              </a:solidFill>
              <a:latin typeface="Arial"/>
              <a:ea typeface="Arial"/>
              <a:cs typeface="Arial"/>
              <a:sym typeface="Arial"/>
            </a:endParaRPr>
          </a:p>
        </p:txBody>
      </p:sp>
      <p:sp>
        <p:nvSpPr>
          <p:cNvPr id="121" name="Google Shape;121;p14"/>
          <p:cNvSpPr/>
          <p:nvPr/>
        </p:nvSpPr>
        <p:spPr>
          <a:xfrm>
            <a:off x="4574381" y="2416970"/>
            <a:ext cx="3186406"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22" name="Google Shape;122;p14"/>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23" name="Google Shape;123;p14"/>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4313"/>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dk1"/>
              </a:solidFill>
              <a:latin typeface="Arial"/>
              <a:ea typeface="Arial"/>
              <a:cs typeface="Arial"/>
              <a:sym typeface="Arial"/>
            </a:endParaRPr>
          </a:p>
        </p:txBody>
      </p:sp>
      <p:sp>
        <p:nvSpPr>
          <p:cNvPr id="124" name="Google Shape;124;p14"/>
          <p:cNvSpPr/>
          <p:nvPr/>
        </p:nvSpPr>
        <p:spPr>
          <a:xfrm>
            <a:off x="4572000" y="0"/>
            <a:ext cx="4572000" cy="51435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25" name="Google Shape;125;p14"/>
          <p:cNvSpPr/>
          <p:nvPr/>
        </p:nvSpPr>
        <p:spPr>
          <a:xfrm>
            <a:off x="14549038" y="257175"/>
            <a:ext cx="1488104"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0196"/>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dk1"/>
              </a:solidFill>
              <a:latin typeface="Arial"/>
              <a:ea typeface="Arial"/>
              <a:cs typeface="Arial"/>
              <a:sym typeface="Arial"/>
            </a:endParaRPr>
          </a:p>
        </p:txBody>
      </p:sp>
      <p:sp>
        <p:nvSpPr>
          <p:cNvPr id="126" name="Google Shape;126;p14"/>
          <p:cNvSpPr/>
          <p:nvPr/>
        </p:nvSpPr>
        <p:spPr>
          <a:xfrm>
            <a:off x="11426181" y="2416970"/>
            <a:ext cx="3186406"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019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27" name="Google Shape;127;p14"/>
          <p:cNvSpPr/>
          <p:nvPr/>
        </p:nvSpPr>
        <p:spPr>
          <a:xfrm>
            <a:off x="11595076"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019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28" name="Google Shape;128;p14"/>
          <p:cNvSpPr txBox="1"/>
          <p:nvPr>
            <p:ph idx="1" type="body"/>
          </p:nvPr>
        </p:nvSpPr>
        <p:spPr>
          <a:xfrm>
            <a:off x="4839850" y="1005840"/>
            <a:ext cx="3922200" cy="3657600"/>
          </a:xfrm>
          <a:prstGeom prst="rect">
            <a:avLst/>
          </a:prstGeom>
          <a:noFill/>
          <a:ln>
            <a:noFill/>
          </a:ln>
        </p:spPr>
        <p:txBody>
          <a:bodyPr anchorCtr="0" anchor="t" bIns="91425" lIns="91425" spcFirstLastPara="1" rIns="91425" wrap="square" tIns="91425">
            <a:noAutofit/>
          </a:bodyPr>
          <a:lstStyle>
            <a:lvl1pPr indent="-228600" lvl="0" marL="457200" algn="l">
              <a:lnSpc>
                <a:spcPct val="115000"/>
              </a:lnSpc>
              <a:spcBef>
                <a:spcPts val="0"/>
              </a:spcBef>
              <a:spcAft>
                <a:spcPts val="0"/>
              </a:spcAft>
              <a:buClr>
                <a:schemeClr val="lt1"/>
              </a:buClr>
              <a:buSzPts val="1800"/>
              <a:buFont typeface="Arial"/>
              <a:buNone/>
              <a:defRPr>
                <a:solidFill>
                  <a:schemeClr val="lt1"/>
                </a:solidFill>
              </a:defRPr>
            </a:lvl1pPr>
            <a:lvl2pPr indent="-228600" lvl="1" marL="914400" algn="l">
              <a:lnSpc>
                <a:spcPct val="115000"/>
              </a:lnSpc>
              <a:spcBef>
                <a:spcPts val="1000"/>
              </a:spcBef>
              <a:spcAft>
                <a:spcPts val="0"/>
              </a:spcAft>
              <a:buClr>
                <a:schemeClr val="lt1"/>
              </a:buClr>
              <a:buSzPts val="1800"/>
              <a:buFont typeface="Arial"/>
              <a:buNone/>
              <a:defRPr>
                <a:solidFill>
                  <a:schemeClr val="lt1"/>
                </a:solidFill>
              </a:defRPr>
            </a:lvl2pPr>
            <a:lvl3pPr indent="-228600" lvl="2" marL="1371600" algn="l">
              <a:lnSpc>
                <a:spcPct val="115000"/>
              </a:lnSpc>
              <a:spcBef>
                <a:spcPts val="1000"/>
              </a:spcBef>
              <a:spcAft>
                <a:spcPts val="0"/>
              </a:spcAft>
              <a:buClr>
                <a:schemeClr val="lt1"/>
              </a:buClr>
              <a:buSzPts val="1800"/>
              <a:buFont typeface="Arial"/>
              <a:buNone/>
              <a:defRPr sz="1800">
                <a:solidFill>
                  <a:schemeClr val="lt1"/>
                </a:solidFill>
              </a:defRPr>
            </a:lvl3pPr>
            <a:lvl4pPr indent="-228600" lvl="3" marL="1828800" algn="l">
              <a:lnSpc>
                <a:spcPct val="115000"/>
              </a:lnSpc>
              <a:spcBef>
                <a:spcPts val="1000"/>
              </a:spcBef>
              <a:spcAft>
                <a:spcPts val="0"/>
              </a:spcAft>
              <a:buClr>
                <a:schemeClr val="lt1"/>
              </a:buClr>
              <a:buSzPts val="1800"/>
              <a:buFont typeface="Arial"/>
              <a:buNone/>
              <a:defRPr sz="1800">
                <a:solidFill>
                  <a:schemeClr val="lt1"/>
                </a:solidFill>
              </a:defRPr>
            </a:lvl4pPr>
            <a:lvl5pPr indent="-228600" lvl="4" marL="2286000" algn="l">
              <a:lnSpc>
                <a:spcPct val="115000"/>
              </a:lnSpc>
              <a:spcBef>
                <a:spcPts val="1000"/>
              </a:spcBef>
              <a:spcAft>
                <a:spcPts val="0"/>
              </a:spcAft>
              <a:buClr>
                <a:schemeClr val="lt1"/>
              </a:buClr>
              <a:buSzPts val="1800"/>
              <a:buFont typeface="Arial"/>
              <a:buNone/>
              <a:defRPr sz="1800">
                <a:solidFill>
                  <a:schemeClr val="lt1"/>
                </a:solidFill>
              </a:defRPr>
            </a:lvl5pPr>
            <a:lvl6pPr indent="-342900" lvl="5" marL="2743200" algn="l">
              <a:lnSpc>
                <a:spcPct val="115000"/>
              </a:lnSpc>
              <a:spcBef>
                <a:spcPts val="1000"/>
              </a:spcBef>
              <a:spcAft>
                <a:spcPts val="0"/>
              </a:spcAft>
              <a:buClr>
                <a:schemeClr val="lt1"/>
              </a:buClr>
              <a:buSzPts val="1800"/>
              <a:buChar char="•"/>
              <a:defRPr sz="1800">
                <a:solidFill>
                  <a:schemeClr val="lt1"/>
                </a:solidFill>
              </a:defRPr>
            </a:lvl6pPr>
            <a:lvl7pPr indent="-342900" lvl="6" marL="3200400" algn="l">
              <a:lnSpc>
                <a:spcPct val="115000"/>
              </a:lnSpc>
              <a:spcBef>
                <a:spcPts val="1000"/>
              </a:spcBef>
              <a:spcAft>
                <a:spcPts val="0"/>
              </a:spcAft>
              <a:buClr>
                <a:schemeClr val="lt1"/>
              </a:buClr>
              <a:buSzPts val="1800"/>
              <a:buChar char="•"/>
              <a:defRPr sz="1800">
                <a:solidFill>
                  <a:schemeClr val="lt1"/>
                </a:solidFill>
              </a:defRPr>
            </a:lvl7pPr>
            <a:lvl8pPr indent="-342900" lvl="7" marL="3657600" algn="l">
              <a:lnSpc>
                <a:spcPct val="115000"/>
              </a:lnSpc>
              <a:spcBef>
                <a:spcPts val="1000"/>
              </a:spcBef>
              <a:spcAft>
                <a:spcPts val="0"/>
              </a:spcAft>
              <a:buClr>
                <a:schemeClr val="lt1"/>
              </a:buClr>
              <a:buSzPts val="1800"/>
              <a:buChar char="•"/>
              <a:defRPr sz="1800">
                <a:solidFill>
                  <a:schemeClr val="lt1"/>
                </a:solidFill>
              </a:defRPr>
            </a:lvl8pPr>
            <a:lvl9pPr indent="-342900" lvl="8" marL="4114800" algn="l">
              <a:lnSpc>
                <a:spcPct val="115000"/>
              </a:lnSpc>
              <a:spcBef>
                <a:spcPts val="1000"/>
              </a:spcBef>
              <a:spcAft>
                <a:spcPts val="1000"/>
              </a:spcAft>
              <a:buClr>
                <a:schemeClr val="lt1"/>
              </a:buClr>
              <a:buSzPts val="1800"/>
              <a:buChar char="•"/>
              <a:defRPr sz="1800">
                <a:solidFill>
                  <a:schemeClr val="lt1"/>
                </a:solidFill>
              </a:defRPr>
            </a:lvl9pPr>
          </a:lstStyle>
          <a:p/>
        </p:txBody>
      </p:sp>
      <p:sp>
        <p:nvSpPr>
          <p:cNvPr id="129" name="Google Shape;129;p14"/>
          <p:cNvSpPr txBox="1"/>
          <p:nvPr>
            <p:ph idx="2" type="body"/>
          </p:nvPr>
        </p:nvSpPr>
        <p:spPr>
          <a:xfrm>
            <a:off x="365750" y="634350"/>
            <a:ext cx="3827400" cy="294900"/>
          </a:xfrm>
          <a:prstGeom prst="rect">
            <a:avLst/>
          </a:prstGeom>
          <a:noFill/>
          <a:ln>
            <a:noFill/>
          </a:ln>
        </p:spPr>
        <p:txBody>
          <a:bodyPr anchorCtr="0" anchor="t" bIns="91425" lIns="91425" spcFirstLastPara="1" rIns="91425" wrap="square" tIns="91425">
            <a:spAutoFit/>
          </a:bodyPr>
          <a:lstStyle>
            <a:lvl1pPr indent="-228600" lvl="0" marL="457200" algn="l">
              <a:lnSpc>
                <a:spcPct val="105000"/>
              </a:lnSpc>
              <a:spcBef>
                <a:spcPts val="0"/>
              </a:spcBef>
              <a:spcAft>
                <a:spcPts val="0"/>
              </a:spcAft>
              <a:buClr>
                <a:srgbClr val="5B5B5B"/>
              </a:buClr>
              <a:buSzPts val="1600"/>
              <a:buNone/>
              <a:defRPr sz="1600">
                <a:solidFill>
                  <a:srgbClr val="5B5B5B"/>
                </a:solidFill>
              </a:defRPr>
            </a:lvl1pPr>
            <a:lvl2pPr indent="-342900" lvl="1" marL="914400" algn="l">
              <a:lnSpc>
                <a:spcPct val="105000"/>
              </a:lnSpc>
              <a:spcBef>
                <a:spcPts val="1000"/>
              </a:spcBef>
              <a:spcAft>
                <a:spcPts val="0"/>
              </a:spcAft>
              <a:buClr>
                <a:srgbClr val="5B5B5B"/>
              </a:buClr>
              <a:buSzPts val="1800"/>
              <a:buChar char="•"/>
              <a:defRPr>
                <a:solidFill>
                  <a:srgbClr val="5B5B5B"/>
                </a:solidFill>
              </a:defRPr>
            </a:lvl2pPr>
            <a:lvl3pPr indent="-342900" lvl="2" marL="1371600" algn="l">
              <a:lnSpc>
                <a:spcPct val="105000"/>
              </a:lnSpc>
              <a:spcBef>
                <a:spcPts val="1000"/>
              </a:spcBef>
              <a:spcAft>
                <a:spcPts val="0"/>
              </a:spcAft>
              <a:buClr>
                <a:srgbClr val="5B5B5B"/>
              </a:buClr>
              <a:buSzPts val="1800"/>
              <a:buChar char="•"/>
              <a:defRPr>
                <a:solidFill>
                  <a:srgbClr val="5B5B5B"/>
                </a:solidFill>
              </a:defRPr>
            </a:lvl3pPr>
            <a:lvl4pPr indent="-342900" lvl="3" marL="1828800" algn="l">
              <a:lnSpc>
                <a:spcPct val="105000"/>
              </a:lnSpc>
              <a:spcBef>
                <a:spcPts val="1000"/>
              </a:spcBef>
              <a:spcAft>
                <a:spcPts val="0"/>
              </a:spcAft>
              <a:buClr>
                <a:srgbClr val="5B5B5B"/>
              </a:buClr>
              <a:buSzPts val="1800"/>
              <a:buChar char="•"/>
              <a:defRPr>
                <a:solidFill>
                  <a:srgbClr val="5B5B5B"/>
                </a:solidFill>
              </a:defRPr>
            </a:lvl4pPr>
            <a:lvl5pPr indent="-342900" lvl="4" marL="2286000" algn="l">
              <a:lnSpc>
                <a:spcPct val="105000"/>
              </a:lnSpc>
              <a:spcBef>
                <a:spcPts val="1000"/>
              </a:spcBef>
              <a:spcAft>
                <a:spcPts val="0"/>
              </a:spcAft>
              <a:buClr>
                <a:srgbClr val="5B5B5B"/>
              </a:buClr>
              <a:buSzPts val="1800"/>
              <a:buChar char="•"/>
              <a:defRPr>
                <a:solidFill>
                  <a:srgbClr val="5B5B5B"/>
                </a:solidFill>
              </a:defRPr>
            </a:lvl5pPr>
            <a:lvl6pPr indent="-342900" lvl="5" marL="2743200" algn="l">
              <a:lnSpc>
                <a:spcPct val="105000"/>
              </a:lnSpc>
              <a:spcBef>
                <a:spcPts val="1000"/>
              </a:spcBef>
              <a:spcAft>
                <a:spcPts val="0"/>
              </a:spcAft>
              <a:buClr>
                <a:srgbClr val="5B5B5B"/>
              </a:buClr>
              <a:buSzPts val="1800"/>
              <a:buChar char="•"/>
              <a:defRPr>
                <a:solidFill>
                  <a:srgbClr val="5B5B5B"/>
                </a:solidFill>
              </a:defRPr>
            </a:lvl6pPr>
            <a:lvl7pPr indent="-342900" lvl="6" marL="3200400" algn="l">
              <a:lnSpc>
                <a:spcPct val="105000"/>
              </a:lnSpc>
              <a:spcBef>
                <a:spcPts val="1000"/>
              </a:spcBef>
              <a:spcAft>
                <a:spcPts val="0"/>
              </a:spcAft>
              <a:buClr>
                <a:srgbClr val="5B5B5B"/>
              </a:buClr>
              <a:buSzPts val="1800"/>
              <a:buChar char="•"/>
              <a:defRPr>
                <a:solidFill>
                  <a:srgbClr val="5B5B5B"/>
                </a:solidFill>
              </a:defRPr>
            </a:lvl7pPr>
            <a:lvl8pPr indent="-342900" lvl="7" marL="3657600" algn="l">
              <a:lnSpc>
                <a:spcPct val="105000"/>
              </a:lnSpc>
              <a:spcBef>
                <a:spcPts val="1000"/>
              </a:spcBef>
              <a:spcAft>
                <a:spcPts val="0"/>
              </a:spcAft>
              <a:buClr>
                <a:srgbClr val="5B5B5B"/>
              </a:buClr>
              <a:buSzPts val="1800"/>
              <a:buChar char="•"/>
              <a:defRPr>
                <a:solidFill>
                  <a:srgbClr val="5B5B5B"/>
                </a:solidFill>
              </a:defRPr>
            </a:lvl8pPr>
            <a:lvl9pPr indent="-342900" lvl="8" marL="4114800" algn="l">
              <a:lnSpc>
                <a:spcPct val="105000"/>
              </a:lnSpc>
              <a:spcBef>
                <a:spcPts val="1000"/>
              </a:spcBef>
              <a:spcAft>
                <a:spcPts val="1000"/>
              </a:spcAft>
              <a:buClr>
                <a:srgbClr val="5B5B5B"/>
              </a:buClr>
              <a:buSzPts val="1800"/>
              <a:buChar char="•"/>
              <a:defRPr>
                <a:solidFill>
                  <a:srgbClr val="5B5B5B"/>
                </a:solidFill>
              </a:defRPr>
            </a:lvl9pPr>
          </a:lstStyle>
          <a:p/>
        </p:txBody>
      </p:sp>
      <p:sp>
        <p:nvSpPr>
          <p:cNvPr id="130" name="Google Shape;130;p14"/>
          <p:cNvSpPr txBox="1"/>
          <p:nvPr>
            <p:ph type="title"/>
          </p:nvPr>
        </p:nvSpPr>
        <p:spPr>
          <a:xfrm>
            <a:off x="365755" y="228600"/>
            <a:ext cx="3978900" cy="627900"/>
          </a:xfrm>
          <a:prstGeom prst="rect">
            <a:avLst/>
          </a:prstGeom>
          <a:noFill/>
          <a:ln>
            <a:noFill/>
          </a:ln>
        </p:spPr>
        <p:txBody>
          <a:bodyPr anchorCtr="0" anchor="t" bIns="91425" lIns="91425" spcFirstLastPara="1" rIns="91425" wrap="square" tIns="91425">
            <a:sp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131" name="Google Shape;131;p1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1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33" name="Google Shape;133;p1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2022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Data Cloud_1">
    <p:spTree>
      <p:nvGrpSpPr>
        <p:cNvPr id="134" name="Shape 134"/>
        <p:cNvGrpSpPr/>
        <p:nvPr/>
      </p:nvGrpSpPr>
      <p:grpSpPr>
        <a:xfrm>
          <a:off x="0" y="0"/>
          <a:ext cx="0" cy="0"/>
          <a:chOff x="0" y="0"/>
          <a:chExt cx="0" cy="0"/>
        </a:xfrm>
      </p:grpSpPr>
      <p:sp>
        <p:nvSpPr>
          <p:cNvPr id="135" name="Google Shape;135;p1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6" name="Google Shape;136;p1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37" name="Google Shape;137;p1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2022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p:cSld name="Data Cloud_1_1">
    <p:spTree>
      <p:nvGrpSpPr>
        <p:cNvPr id="138" name="Shape 138"/>
        <p:cNvGrpSpPr/>
        <p:nvPr/>
      </p:nvGrpSpPr>
      <p:grpSpPr>
        <a:xfrm>
          <a:off x="0" y="0"/>
          <a:ext cx="0" cy="0"/>
          <a:chOff x="0" y="0"/>
          <a:chExt cx="0" cy="0"/>
        </a:xfrm>
      </p:grpSpPr>
      <p:sp>
        <p:nvSpPr>
          <p:cNvPr id="139" name="Google Shape;139;p16"/>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p:cSld name="Quote - Violet_1_1">
    <p:bg>
      <p:bgPr>
        <a:solidFill>
          <a:schemeClr val="dk2"/>
        </a:solidFill>
      </p:bgPr>
    </p:bg>
    <p:spTree>
      <p:nvGrpSpPr>
        <p:cNvPr id="140" name="Shape 140"/>
        <p:cNvGrpSpPr/>
        <p:nvPr/>
      </p:nvGrpSpPr>
      <p:grpSpPr>
        <a:xfrm>
          <a:off x="0" y="0"/>
          <a:ext cx="0" cy="0"/>
          <a:chOff x="0" y="0"/>
          <a:chExt cx="0" cy="0"/>
        </a:xfrm>
      </p:grpSpPr>
      <p:sp>
        <p:nvSpPr>
          <p:cNvPr id="141" name="Google Shape;141;p17"/>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4000"/>
              <a:buNone/>
              <a:defRPr b="1" sz="4000" cap="none">
                <a:solidFill>
                  <a:schemeClr val="lt1"/>
                </a:solidFill>
                <a:latin typeface="Arial"/>
                <a:ea typeface="Arial"/>
                <a:cs typeface="Arial"/>
                <a:sym typeface="Aria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142" name="Google Shape;142;p17"/>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143" name="Google Shape;143;p1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p:cSld name="Quote - Violet_1_1_1">
    <p:bg>
      <p:bgPr>
        <a:solidFill>
          <a:schemeClr val="dk2"/>
        </a:solidFill>
      </p:bgPr>
    </p:bg>
    <p:spTree>
      <p:nvGrpSpPr>
        <p:cNvPr id="144" name="Shape 144"/>
        <p:cNvGrpSpPr/>
        <p:nvPr/>
      </p:nvGrpSpPr>
      <p:grpSpPr>
        <a:xfrm>
          <a:off x="0" y="0"/>
          <a:ext cx="0" cy="0"/>
          <a:chOff x="0" y="0"/>
          <a:chExt cx="0" cy="0"/>
        </a:xfrm>
      </p:grpSpPr>
      <p:sp>
        <p:nvSpPr>
          <p:cNvPr id="145" name="Google Shape;145;p18"/>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4200"/>
              <a:buNone/>
              <a:defRPr sz="4200" cap="none">
                <a:solidFill>
                  <a:schemeClr val="lt1"/>
                </a:solidFil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146" name="Google Shape;146;p18"/>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147" name="Google Shape;147;p1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48" name="Google Shape;148;p1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149" name="Google Shape;149;p18"/>
          <p:cNvGrpSpPr/>
          <p:nvPr/>
        </p:nvGrpSpPr>
        <p:grpSpPr>
          <a:xfrm>
            <a:off x="457209" y="474129"/>
            <a:ext cx="1177786" cy="857849"/>
            <a:chOff x="865451" y="2114550"/>
            <a:chExt cx="3399093" cy="2475755"/>
          </a:xfrm>
        </p:grpSpPr>
        <p:sp>
          <p:nvSpPr>
            <p:cNvPr id="150" name="Google Shape;150;p18"/>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51" name="Google Shape;151;p18"/>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
        <p:nvSpPr>
          <p:cNvPr id="152" name="Google Shape;152;p18"/>
          <p:cNvSpPr txBox="1"/>
          <p:nvPr>
            <p:ph idx="2" type="subTitle"/>
          </p:nvPr>
        </p:nvSpPr>
        <p:spPr>
          <a:xfrm>
            <a:off x="365755" y="4023360"/>
            <a:ext cx="4206300" cy="274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FFFFFF"/>
              </a:buClr>
              <a:buSzPts val="1600"/>
              <a:buNone/>
              <a:defRPr b="1" sz="1600">
                <a:solidFill>
                  <a:srgbClr val="FFFFFF"/>
                </a:solidFill>
              </a:defRPr>
            </a:lvl1pPr>
            <a:lvl2pPr lvl="1" algn="l">
              <a:lnSpc>
                <a:spcPct val="115000"/>
              </a:lnSpc>
              <a:spcBef>
                <a:spcPts val="1000"/>
              </a:spcBef>
              <a:spcAft>
                <a:spcPts val="0"/>
              </a:spcAft>
              <a:buClr>
                <a:srgbClr val="FFFFFF"/>
              </a:buClr>
              <a:buSzPts val="1800"/>
              <a:buNone/>
              <a:defRPr b="1">
                <a:solidFill>
                  <a:srgbClr val="FFFFFF"/>
                </a:solidFill>
              </a:defRPr>
            </a:lvl2pPr>
            <a:lvl3pPr lvl="2" algn="l">
              <a:lnSpc>
                <a:spcPct val="115000"/>
              </a:lnSpc>
              <a:spcBef>
                <a:spcPts val="1000"/>
              </a:spcBef>
              <a:spcAft>
                <a:spcPts val="0"/>
              </a:spcAft>
              <a:buClr>
                <a:srgbClr val="FFFFFF"/>
              </a:buClr>
              <a:buSzPts val="1400"/>
              <a:buNone/>
              <a:defRPr b="1">
                <a:solidFill>
                  <a:srgbClr val="FFFFFF"/>
                </a:solidFill>
              </a:defRPr>
            </a:lvl3pPr>
            <a:lvl4pPr lvl="3" algn="l">
              <a:lnSpc>
                <a:spcPct val="115000"/>
              </a:lnSpc>
              <a:spcBef>
                <a:spcPts val="1000"/>
              </a:spcBef>
              <a:spcAft>
                <a:spcPts val="0"/>
              </a:spcAft>
              <a:buClr>
                <a:srgbClr val="FFFFFF"/>
              </a:buClr>
              <a:buSzPts val="1400"/>
              <a:buNone/>
              <a:defRPr b="1">
                <a:solidFill>
                  <a:srgbClr val="FFFFFF"/>
                </a:solidFill>
              </a:defRPr>
            </a:lvl4pPr>
            <a:lvl5pPr lvl="4" algn="l">
              <a:lnSpc>
                <a:spcPct val="115000"/>
              </a:lnSpc>
              <a:spcBef>
                <a:spcPts val="1000"/>
              </a:spcBef>
              <a:spcAft>
                <a:spcPts val="0"/>
              </a:spcAft>
              <a:buClr>
                <a:srgbClr val="FFFFFF"/>
              </a:buClr>
              <a:buSzPts val="1400"/>
              <a:buNone/>
              <a:defRPr b="1">
                <a:solidFill>
                  <a:srgbClr val="FFFFFF"/>
                </a:solidFill>
              </a:defRPr>
            </a:lvl5pPr>
            <a:lvl6pPr lvl="5" algn="l">
              <a:lnSpc>
                <a:spcPct val="115000"/>
              </a:lnSpc>
              <a:spcBef>
                <a:spcPts val="1000"/>
              </a:spcBef>
              <a:spcAft>
                <a:spcPts val="0"/>
              </a:spcAft>
              <a:buClr>
                <a:srgbClr val="FFFFFF"/>
              </a:buClr>
              <a:buSzPts val="1400"/>
              <a:buNone/>
              <a:defRPr b="1">
                <a:solidFill>
                  <a:srgbClr val="FFFFFF"/>
                </a:solidFill>
              </a:defRPr>
            </a:lvl6pPr>
            <a:lvl7pPr lvl="6" algn="l">
              <a:lnSpc>
                <a:spcPct val="115000"/>
              </a:lnSpc>
              <a:spcBef>
                <a:spcPts val="1000"/>
              </a:spcBef>
              <a:spcAft>
                <a:spcPts val="0"/>
              </a:spcAft>
              <a:buClr>
                <a:srgbClr val="FFFFFF"/>
              </a:buClr>
              <a:buSzPts val="1400"/>
              <a:buNone/>
              <a:defRPr b="1">
                <a:solidFill>
                  <a:srgbClr val="FFFFFF"/>
                </a:solidFill>
              </a:defRPr>
            </a:lvl7pPr>
            <a:lvl8pPr lvl="7" algn="l">
              <a:lnSpc>
                <a:spcPct val="115000"/>
              </a:lnSpc>
              <a:spcBef>
                <a:spcPts val="1000"/>
              </a:spcBef>
              <a:spcAft>
                <a:spcPts val="0"/>
              </a:spcAft>
              <a:buClr>
                <a:srgbClr val="FFFFFF"/>
              </a:buClr>
              <a:buSzPts val="1400"/>
              <a:buNone/>
              <a:defRPr b="1">
                <a:solidFill>
                  <a:srgbClr val="FFFFFF"/>
                </a:solidFill>
              </a:defRPr>
            </a:lvl8pPr>
            <a:lvl9pPr lvl="8" algn="l">
              <a:lnSpc>
                <a:spcPct val="115000"/>
              </a:lnSpc>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Purple">
  <p:cSld name="Quote - Violet_1_1_1_1">
    <p:bg>
      <p:bgPr>
        <a:solidFill>
          <a:schemeClr val="accent5"/>
        </a:solidFill>
      </p:bgPr>
    </p:bg>
    <p:spTree>
      <p:nvGrpSpPr>
        <p:cNvPr id="153" name="Shape 153"/>
        <p:cNvGrpSpPr/>
        <p:nvPr/>
      </p:nvGrpSpPr>
      <p:grpSpPr>
        <a:xfrm>
          <a:off x="0" y="0"/>
          <a:ext cx="0" cy="0"/>
          <a:chOff x="0" y="0"/>
          <a:chExt cx="0" cy="0"/>
        </a:xfrm>
      </p:grpSpPr>
      <p:sp>
        <p:nvSpPr>
          <p:cNvPr id="154" name="Google Shape;154;p19"/>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4200"/>
              <a:buNone/>
              <a:defRPr sz="4200" cap="none">
                <a:solidFill>
                  <a:schemeClr val="lt1"/>
                </a:solidFil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155" name="Google Shape;155;p19"/>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156" name="Google Shape;156;p1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57" name="Google Shape;157;p1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58" name="Google Shape;158;p19"/>
          <p:cNvSpPr txBox="1"/>
          <p:nvPr>
            <p:ph idx="2" type="subTitle"/>
          </p:nvPr>
        </p:nvSpPr>
        <p:spPr>
          <a:xfrm>
            <a:off x="365755" y="4023360"/>
            <a:ext cx="4206300" cy="274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FFFFFF"/>
              </a:buClr>
              <a:buSzPts val="1600"/>
              <a:buNone/>
              <a:defRPr b="1" sz="1600">
                <a:solidFill>
                  <a:srgbClr val="FFFFFF"/>
                </a:solidFill>
              </a:defRPr>
            </a:lvl1pPr>
            <a:lvl2pPr lvl="1" algn="l">
              <a:lnSpc>
                <a:spcPct val="115000"/>
              </a:lnSpc>
              <a:spcBef>
                <a:spcPts val="1000"/>
              </a:spcBef>
              <a:spcAft>
                <a:spcPts val="0"/>
              </a:spcAft>
              <a:buClr>
                <a:srgbClr val="FFFFFF"/>
              </a:buClr>
              <a:buSzPts val="1800"/>
              <a:buNone/>
              <a:defRPr b="1">
                <a:solidFill>
                  <a:srgbClr val="FFFFFF"/>
                </a:solidFill>
              </a:defRPr>
            </a:lvl2pPr>
            <a:lvl3pPr lvl="2" algn="l">
              <a:lnSpc>
                <a:spcPct val="115000"/>
              </a:lnSpc>
              <a:spcBef>
                <a:spcPts val="1000"/>
              </a:spcBef>
              <a:spcAft>
                <a:spcPts val="0"/>
              </a:spcAft>
              <a:buClr>
                <a:srgbClr val="FFFFFF"/>
              </a:buClr>
              <a:buSzPts val="1400"/>
              <a:buNone/>
              <a:defRPr b="1">
                <a:solidFill>
                  <a:srgbClr val="FFFFFF"/>
                </a:solidFill>
              </a:defRPr>
            </a:lvl3pPr>
            <a:lvl4pPr lvl="3" algn="l">
              <a:lnSpc>
                <a:spcPct val="115000"/>
              </a:lnSpc>
              <a:spcBef>
                <a:spcPts val="1000"/>
              </a:spcBef>
              <a:spcAft>
                <a:spcPts val="0"/>
              </a:spcAft>
              <a:buClr>
                <a:srgbClr val="FFFFFF"/>
              </a:buClr>
              <a:buSzPts val="1400"/>
              <a:buNone/>
              <a:defRPr b="1">
                <a:solidFill>
                  <a:srgbClr val="FFFFFF"/>
                </a:solidFill>
              </a:defRPr>
            </a:lvl4pPr>
            <a:lvl5pPr lvl="4" algn="l">
              <a:lnSpc>
                <a:spcPct val="115000"/>
              </a:lnSpc>
              <a:spcBef>
                <a:spcPts val="1000"/>
              </a:spcBef>
              <a:spcAft>
                <a:spcPts val="0"/>
              </a:spcAft>
              <a:buClr>
                <a:srgbClr val="FFFFFF"/>
              </a:buClr>
              <a:buSzPts val="1400"/>
              <a:buNone/>
              <a:defRPr b="1">
                <a:solidFill>
                  <a:srgbClr val="FFFFFF"/>
                </a:solidFill>
              </a:defRPr>
            </a:lvl5pPr>
            <a:lvl6pPr lvl="5" algn="l">
              <a:lnSpc>
                <a:spcPct val="115000"/>
              </a:lnSpc>
              <a:spcBef>
                <a:spcPts val="1000"/>
              </a:spcBef>
              <a:spcAft>
                <a:spcPts val="0"/>
              </a:spcAft>
              <a:buClr>
                <a:srgbClr val="FFFFFF"/>
              </a:buClr>
              <a:buSzPts val="1400"/>
              <a:buNone/>
              <a:defRPr b="1">
                <a:solidFill>
                  <a:srgbClr val="FFFFFF"/>
                </a:solidFill>
              </a:defRPr>
            </a:lvl6pPr>
            <a:lvl7pPr lvl="6" algn="l">
              <a:lnSpc>
                <a:spcPct val="115000"/>
              </a:lnSpc>
              <a:spcBef>
                <a:spcPts val="1000"/>
              </a:spcBef>
              <a:spcAft>
                <a:spcPts val="0"/>
              </a:spcAft>
              <a:buClr>
                <a:srgbClr val="FFFFFF"/>
              </a:buClr>
              <a:buSzPts val="1400"/>
              <a:buNone/>
              <a:defRPr b="1">
                <a:solidFill>
                  <a:srgbClr val="FFFFFF"/>
                </a:solidFill>
              </a:defRPr>
            </a:lvl7pPr>
            <a:lvl8pPr lvl="7" algn="l">
              <a:lnSpc>
                <a:spcPct val="115000"/>
              </a:lnSpc>
              <a:spcBef>
                <a:spcPts val="1000"/>
              </a:spcBef>
              <a:spcAft>
                <a:spcPts val="0"/>
              </a:spcAft>
              <a:buClr>
                <a:srgbClr val="FFFFFF"/>
              </a:buClr>
              <a:buSzPts val="1400"/>
              <a:buNone/>
              <a:defRPr b="1">
                <a:solidFill>
                  <a:srgbClr val="FFFFFF"/>
                </a:solidFill>
              </a:defRPr>
            </a:lvl8pPr>
            <a:lvl9pPr lvl="8" algn="l">
              <a:lnSpc>
                <a:spcPct val="115000"/>
              </a:lnSpc>
              <a:spcBef>
                <a:spcPts val="1000"/>
              </a:spcBef>
              <a:spcAft>
                <a:spcPts val="1000"/>
              </a:spcAft>
              <a:buClr>
                <a:srgbClr val="FFFFFF"/>
              </a:buClr>
              <a:buSzPts val="1400"/>
              <a:buNone/>
              <a:defRPr b="1">
                <a:solidFill>
                  <a:srgbClr val="FFFFFF"/>
                </a:solidFill>
              </a:defRPr>
            </a:lvl9pPr>
          </a:lstStyle>
          <a:p/>
        </p:txBody>
      </p:sp>
      <p:grpSp>
        <p:nvGrpSpPr>
          <p:cNvPr id="159" name="Google Shape;159;p19"/>
          <p:cNvGrpSpPr/>
          <p:nvPr/>
        </p:nvGrpSpPr>
        <p:grpSpPr>
          <a:xfrm>
            <a:off x="457209" y="474129"/>
            <a:ext cx="1177786" cy="857849"/>
            <a:chOff x="865451" y="2114550"/>
            <a:chExt cx="3399093" cy="2475755"/>
          </a:xfrm>
        </p:grpSpPr>
        <p:sp>
          <p:nvSpPr>
            <p:cNvPr id="160" name="Google Shape;160;p19"/>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rgbClr val="FFFFFF">
                <a:alpha val="35686"/>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61" name="Google Shape;161;p19"/>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rgbClr val="FFFFFF">
                <a:alpha val="35686"/>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
    <p:spTree>
      <p:nvGrpSpPr>
        <p:cNvPr id="162" name="Shape 162"/>
        <p:cNvGrpSpPr/>
        <p:nvPr/>
      </p:nvGrpSpPr>
      <p:grpSpPr>
        <a:xfrm>
          <a:off x="0" y="0"/>
          <a:ext cx="0" cy="0"/>
          <a:chOff x="0" y="0"/>
          <a:chExt cx="0" cy="0"/>
        </a:xfrm>
      </p:grpSpPr>
      <p:sp>
        <p:nvSpPr>
          <p:cNvPr id="163" name="Google Shape;163;p20"/>
          <p:cNvSpPr/>
          <p:nvPr/>
        </p:nvSpPr>
        <p:spPr>
          <a:xfrm>
            <a:off x="0" y="1120200"/>
            <a:ext cx="9144000" cy="40233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0"/>
          <p:cNvSpPr txBox="1"/>
          <p:nvPr>
            <p:ph type="title"/>
          </p:nvPr>
        </p:nvSpPr>
        <p:spPr>
          <a:xfrm>
            <a:off x="366550" y="228600"/>
            <a:ext cx="8320200" cy="685800"/>
          </a:xfrm>
          <a:prstGeom prst="rect">
            <a:avLst/>
          </a:prstGeom>
          <a:noFill/>
          <a:ln>
            <a:noFill/>
          </a:ln>
        </p:spPr>
        <p:txBody>
          <a:bodyPr anchorCtr="0" anchor="t" bIns="91425" lIns="91425" spcFirstLastPara="1" rIns="91425" wrap="square" tIns="91425">
            <a:sp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165" name="Google Shape;165;p20"/>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166" name="Google Shape;166;p2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67" name="Google Shape;167;p20"/>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2">
  <p:cSld name="CUSTOM_1">
    <p:spTree>
      <p:nvGrpSpPr>
        <p:cNvPr id="168" name="Shape 168"/>
        <p:cNvGrpSpPr/>
        <p:nvPr/>
      </p:nvGrpSpPr>
      <p:grpSpPr>
        <a:xfrm>
          <a:off x="0" y="0"/>
          <a:ext cx="0" cy="0"/>
          <a:chOff x="0" y="0"/>
          <a:chExt cx="0" cy="0"/>
        </a:xfrm>
      </p:grpSpPr>
      <p:sp>
        <p:nvSpPr>
          <p:cNvPr id="169" name="Google Shape;169;p21"/>
          <p:cNvSpPr/>
          <p:nvPr/>
        </p:nvSpPr>
        <p:spPr>
          <a:xfrm>
            <a:off x="0" y="1120200"/>
            <a:ext cx="9144000" cy="4023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1"/>
          <p:cNvSpPr txBox="1"/>
          <p:nvPr>
            <p:ph type="title"/>
          </p:nvPr>
        </p:nvSpPr>
        <p:spPr>
          <a:xfrm>
            <a:off x="366550" y="228600"/>
            <a:ext cx="8320200" cy="685800"/>
          </a:xfrm>
          <a:prstGeom prst="rect">
            <a:avLst/>
          </a:prstGeom>
          <a:noFill/>
          <a:ln>
            <a:noFill/>
          </a:ln>
        </p:spPr>
        <p:txBody>
          <a:bodyPr anchorCtr="0" anchor="t" bIns="91425" lIns="91425" spcFirstLastPara="1" rIns="91425" wrap="square" tIns="91425">
            <a:sp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171" name="Google Shape;171;p21"/>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172" name="Google Shape;172;p2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73" name="Google Shape;173;p2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bg>
      <p:bgPr>
        <a:solidFill>
          <a:schemeClr val="accent1"/>
        </a:solidFill>
      </p:bgPr>
    </p:bg>
    <p:spTree>
      <p:nvGrpSpPr>
        <p:cNvPr id="174" name="Shape 174"/>
        <p:cNvGrpSpPr/>
        <p:nvPr/>
      </p:nvGrpSpPr>
      <p:grpSpPr>
        <a:xfrm>
          <a:off x="0" y="0"/>
          <a:ext cx="0" cy="0"/>
          <a:chOff x="0" y="0"/>
          <a:chExt cx="0" cy="0"/>
        </a:xfrm>
      </p:grpSpPr>
      <p:sp>
        <p:nvSpPr>
          <p:cNvPr id="175" name="Google Shape;175;p22"/>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76" name="Google Shape;176;p22"/>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6000"/>
              <a:buNone/>
              <a:defRPr b="1" sz="6000" cap="none">
                <a:solidFill>
                  <a:schemeClr val="dk1"/>
                </a:solidFill>
                <a:latin typeface="Arial"/>
                <a:ea typeface="Arial"/>
                <a:cs typeface="Arial"/>
                <a:sym typeface="Arial"/>
              </a:defRPr>
            </a:lvl1pPr>
            <a:lvl2pPr indent="-342900" lvl="1" marL="914400" algn="l">
              <a:lnSpc>
                <a:spcPct val="100000"/>
              </a:lnSpc>
              <a:spcBef>
                <a:spcPts val="1000"/>
              </a:spcBef>
              <a:spcAft>
                <a:spcPts val="0"/>
              </a:spcAft>
              <a:buClr>
                <a:schemeClr val="dk1"/>
              </a:buClr>
              <a:buSzPts val="1800"/>
              <a:buChar char="•"/>
              <a:defRPr>
                <a:solidFill>
                  <a:schemeClr val="dk1"/>
                </a:solidFill>
              </a:defRPr>
            </a:lvl2pPr>
            <a:lvl3pPr indent="-342900" lvl="2" marL="1371600" algn="l">
              <a:lnSpc>
                <a:spcPct val="100000"/>
              </a:lnSpc>
              <a:spcBef>
                <a:spcPts val="1000"/>
              </a:spcBef>
              <a:spcAft>
                <a:spcPts val="0"/>
              </a:spcAft>
              <a:buClr>
                <a:schemeClr val="dk1"/>
              </a:buClr>
              <a:buSzPts val="1800"/>
              <a:buChar char="•"/>
              <a:defRPr>
                <a:solidFill>
                  <a:schemeClr val="dk1"/>
                </a:solidFill>
              </a:defRPr>
            </a:lvl3pPr>
            <a:lvl4pPr indent="-342900" lvl="3" marL="1828800" algn="l">
              <a:lnSpc>
                <a:spcPct val="100000"/>
              </a:lnSpc>
              <a:spcBef>
                <a:spcPts val="1000"/>
              </a:spcBef>
              <a:spcAft>
                <a:spcPts val="0"/>
              </a:spcAft>
              <a:buClr>
                <a:schemeClr val="dk1"/>
              </a:buClr>
              <a:buSzPts val="1800"/>
              <a:buChar char="•"/>
              <a:defRPr>
                <a:solidFill>
                  <a:schemeClr val="dk1"/>
                </a:solidFill>
              </a:defRPr>
            </a:lvl4pPr>
            <a:lvl5pPr indent="-342900" lvl="4" marL="2286000" algn="l">
              <a:lnSpc>
                <a:spcPct val="100000"/>
              </a:lnSpc>
              <a:spcBef>
                <a:spcPts val="1000"/>
              </a:spcBef>
              <a:spcAft>
                <a:spcPts val="0"/>
              </a:spcAft>
              <a:buClr>
                <a:schemeClr val="dk1"/>
              </a:buClr>
              <a:buSzPts val="1800"/>
              <a:buChar char="•"/>
              <a:defRPr>
                <a:solidFill>
                  <a:schemeClr val="dk1"/>
                </a:solidFill>
              </a:defRPr>
            </a:lvl5pPr>
            <a:lvl6pPr indent="-342900" lvl="5" marL="2743200" algn="l">
              <a:lnSpc>
                <a:spcPct val="100000"/>
              </a:lnSpc>
              <a:spcBef>
                <a:spcPts val="1000"/>
              </a:spcBef>
              <a:spcAft>
                <a:spcPts val="0"/>
              </a:spcAft>
              <a:buClr>
                <a:schemeClr val="dk1"/>
              </a:buClr>
              <a:buSzPts val="1800"/>
              <a:buChar char="•"/>
              <a:defRPr>
                <a:solidFill>
                  <a:schemeClr val="dk1"/>
                </a:solidFill>
              </a:defRPr>
            </a:lvl6pPr>
            <a:lvl7pPr indent="-342900" lvl="6" marL="3200400" algn="l">
              <a:lnSpc>
                <a:spcPct val="100000"/>
              </a:lnSpc>
              <a:spcBef>
                <a:spcPts val="1000"/>
              </a:spcBef>
              <a:spcAft>
                <a:spcPts val="0"/>
              </a:spcAft>
              <a:buClr>
                <a:schemeClr val="dk1"/>
              </a:buClr>
              <a:buSzPts val="1800"/>
              <a:buChar char="•"/>
              <a:defRPr>
                <a:solidFill>
                  <a:schemeClr val="dk1"/>
                </a:solidFill>
              </a:defRPr>
            </a:lvl7pPr>
            <a:lvl8pPr indent="-342900" lvl="7" marL="3657600" algn="l">
              <a:lnSpc>
                <a:spcPct val="100000"/>
              </a:lnSpc>
              <a:spcBef>
                <a:spcPts val="1000"/>
              </a:spcBef>
              <a:spcAft>
                <a:spcPts val="0"/>
              </a:spcAft>
              <a:buClr>
                <a:schemeClr val="dk1"/>
              </a:buClr>
              <a:buSzPts val="1800"/>
              <a:buChar char="•"/>
              <a:defRPr>
                <a:solidFill>
                  <a:schemeClr val="dk1"/>
                </a:solidFill>
              </a:defRPr>
            </a:lvl8pPr>
            <a:lvl9pPr indent="-342900" lvl="8" marL="4114800" algn="l">
              <a:lnSpc>
                <a:spcPct val="100000"/>
              </a:lnSpc>
              <a:spcBef>
                <a:spcPts val="1000"/>
              </a:spcBef>
              <a:spcAft>
                <a:spcPts val="1000"/>
              </a:spcAft>
              <a:buClr>
                <a:schemeClr val="dk1"/>
              </a:buClr>
              <a:buSzPts val="1800"/>
              <a:buChar char="•"/>
              <a:defRPr>
                <a:solidFill>
                  <a:schemeClr val="dk1"/>
                </a:solidFill>
              </a:defRPr>
            </a:lvl9pPr>
          </a:lstStyle>
          <a:p/>
        </p:txBody>
      </p:sp>
      <p:sp>
        <p:nvSpPr>
          <p:cNvPr id="177" name="Google Shape;177;p22"/>
          <p:cNvSpPr/>
          <p:nvPr/>
        </p:nvSpPr>
        <p:spPr>
          <a:xfrm>
            <a:off x="5339725" y="975674"/>
            <a:ext cx="5477606" cy="5207794"/>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alpha val="3568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78" name="Google Shape;178;p22"/>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Data Cloud_1_1_3_2">
    <p:bg>
      <p:bgPr>
        <a:solidFill>
          <a:schemeClr val="accent1"/>
        </a:solidFill>
      </p:bgPr>
    </p:bg>
    <p:spTree>
      <p:nvGrpSpPr>
        <p:cNvPr id="179" name="Shape 179"/>
        <p:cNvGrpSpPr/>
        <p:nvPr/>
      </p:nvGrpSpPr>
      <p:grpSpPr>
        <a:xfrm>
          <a:off x="0" y="0"/>
          <a:ext cx="0" cy="0"/>
          <a:chOff x="0" y="0"/>
          <a:chExt cx="0" cy="0"/>
        </a:xfrm>
      </p:grpSpPr>
      <p:grpSp>
        <p:nvGrpSpPr>
          <p:cNvPr id="180" name="Google Shape;180;p23"/>
          <p:cNvGrpSpPr/>
          <p:nvPr/>
        </p:nvGrpSpPr>
        <p:grpSpPr>
          <a:xfrm>
            <a:off x="-2" y="2914850"/>
            <a:ext cx="9143627" cy="2228425"/>
            <a:chOff x="-834856" y="2711517"/>
            <a:chExt cx="9978858" cy="2431981"/>
          </a:xfrm>
        </p:grpSpPr>
        <p:pic>
          <p:nvPicPr>
            <p:cNvPr id="181" name="Google Shape;181;p23"/>
            <p:cNvPicPr preferRelativeResize="0"/>
            <p:nvPr/>
          </p:nvPicPr>
          <p:blipFill rotWithShape="1">
            <a:blip r:embed="rId2">
              <a:alphaModFix amt="85000"/>
            </a:blip>
            <a:srcRect b="30781" l="45992" r="0" t="24707"/>
            <a:stretch/>
          </p:blipFill>
          <p:spPr>
            <a:xfrm>
              <a:off x="-834856" y="2711517"/>
              <a:ext cx="3540541" cy="2431980"/>
            </a:xfrm>
            <a:prstGeom prst="rect">
              <a:avLst/>
            </a:prstGeom>
            <a:noFill/>
            <a:ln>
              <a:noFill/>
            </a:ln>
          </p:spPr>
        </p:pic>
        <p:pic>
          <p:nvPicPr>
            <p:cNvPr id="182" name="Google Shape;182;p23"/>
            <p:cNvPicPr preferRelativeResize="0"/>
            <p:nvPr/>
          </p:nvPicPr>
          <p:blipFill rotWithShape="1">
            <a:blip r:embed="rId3">
              <a:alphaModFix amt="85000"/>
            </a:blip>
            <a:srcRect b="30786" l="0" r="1928" t="25270"/>
            <a:stretch/>
          </p:blipFill>
          <p:spPr>
            <a:xfrm>
              <a:off x="2715550" y="2742300"/>
              <a:ext cx="6428452" cy="2401198"/>
            </a:xfrm>
            <a:prstGeom prst="rect">
              <a:avLst/>
            </a:prstGeom>
            <a:noFill/>
            <a:ln>
              <a:noFill/>
            </a:ln>
          </p:spPr>
        </p:pic>
      </p:grpSp>
      <p:sp>
        <p:nvSpPr>
          <p:cNvPr id="183" name="Google Shape;183;p23"/>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3"/>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 2022 Snowflake Inc. All Rights Reserved</a:t>
            </a:r>
            <a:endParaRPr b="0" i="0" sz="600" u="none" cap="none" strike="noStrike">
              <a:solidFill>
                <a:schemeClr val="dk1"/>
              </a:solidFill>
              <a:latin typeface="Arial"/>
              <a:ea typeface="Arial"/>
              <a:cs typeface="Arial"/>
              <a:sym typeface="Arial"/>
            </a:endParaRPr>
          </a:p>
        </p:txBody>
      </p:sp>
      <p:sp>
        <p:nvSpPr>
          <p:cNvPr id="185" name="Google Shape;185;p23"/>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Autofit/>
          </a:bodyPr>
          <a:lstStyle>
            <a:lvl1pPr lvl="0" marR="0" algn="l">
              <a:lnSpc>
                <a:spcPct val="74000"/>
              </a:lnSpc>
              <a:spcBef>
                <a:spcPts val="0"/>
              </a:spcBef>
              <a:spcAft>
                <a:spcPts val="0"/>
              </a:spcAft>
              <a:buClr>
                <a:schemeClr val="dk1"/>
              </a:buClr>
              <a:buSzPts val="4400"/>
              <a:buNone/>
              <a:defRPr b="1" i="0" sz="4400" u="none" cap="none" strike="noStrike">
                <a:solidFill>
                  <a:schemeClr val="dk1"/>
                </a:solidFill>
              </a:defRPr>
            </a:lvl1pPr>
            <a:lvl2pPr lvl="1" algn="l">
              <a:lnSpc>
                <a:spcPct val="74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74000"/>
              </a:lnSpc>
              <a:spcBef>
                <a:spcPts val="0"/>
              </a:spcBef>
              <a:spcAft>
                <a:spcPts val="0"/>
              </a:spcAft>
              <a:buSzPts val="1400"/>
              <a:buFont typeface="Montserrat"/>
              <a:buNone/>
              <a:defRPr b="1" sz="1800">
                <a:latin typeface="Montserrat"/>
                <a:ea typeface="Montserrat"/>
                <a:cs typeface="Montserrat"/>
                <a:sym typeface="Montserrat"/>
              </a:defRPr>
            </a:lvl3pPr>
            <a:lvl4pPr lvl="3" algn="l">
              <a:lnSpc>
                <a:spcPct val="74000"/>
              </a:lnSpc>
              <a:spcBef>
                <a:spcPts val="0"/>
              </a:spcBef>
              <a:spcAft>
                <a:spcPts val="0"/>
              </a:spcAft>
              <a:buSzPts val="1400"/>
              <a:buFont typeface="Montserrat"/>
              <a:buNone/>
              <a:defRPr b="1" sz="1800">
                <a:latin typeface="Montserrat"/>
                <a:ea typeface="Montserrat"/>
                <a:cs typeface="Montserrat"/>
                <a:sym typeface="Montserrat"/>
              </a:defRPr>
            </a:lvl4pPr>
            <a:lvl5pPr lvl="4" algn="l">
              <a:lnSpc>
                <a:spcPct val="74000"/>
              </a:lnSpc>
              <a:spcBef>
                <a:spcPts val="0"/>
              </a:spcBef>
              <a:spcAft>
                <a:spcPts val="0"/>
              </a:spcAft>
              <a:buSzPts val="1400"/>
              <a:buFont typeface="Montserrat"/>
              <a:buNone/>
              <a:defRPr b="1" sz="1800">
                <a:latin typeface="Montserrat"/>
                <a:ea typeface="Montserrat"/>
                <a:cs typeface="Montserrat"/>
                <a:sym typeface="Montserrat"/>
              </a:defRPr>
            </a:lvl5pPr>
            <a:lvl6pPr lvl="5" algn="l">
              <a:lnSpc>
                <a:spcPct val="74000"/>
              </a:lnSpc>
              <a:spcBef>
                <a:spcPts val="0"/>
              </a:spcBef>
              <a:spcAft>
                <a:spcPts val="0"/>
              </a:spcAft>
              <a:buSzPts val="1400"/>
              <a:buFont typeface="Montserrat"/>
              <a:buNone/>
              <a:defRPr b="1" sz="1800">
                <a:latin typeface="Montserrat"/>
                <a:ea typeface="Montserrat"/>
                <a:cs typeface="Montserrat"/>
                <a:sym typeface="Montserrat"/>
              </a:defRPr>
            </a:lvl6pPr>
            <a:lvl7pPr lvl="6" algn="l">
              <a:lnSpc>
                <a:spcPct val="74000"/>
              </a:lnSpc>
              <a:spcBef>
                <a:spcPts val="0"/>
              </a:spcBef>
              <a:spcAft>
                <a:spcPts val="0"/>
              </a:spcAft>
              <a:buSzPts val="1400"/>
              <a:buFont typeface="Montserrat"/>
              <a:buNone/>
              <a:defRPr b="1" sz="1800">
                <a:latin typeface="Montserrat"/>
                <a:ea typeface="Montserrat"/>
                <a:cs typeface="Montserrat"/>
                <a:sym typeface="Montserrat"/>
              </a:defRPr>
            </a:lvl7pPr>
            <a:lvl8pPr lvl="7" algn="l">
              <a:lnSpc>
                <a:spcPct val="74000"/>
              </a:lnSpc>
              <a:spcBef>
                <a:spcPts val="0"/>
              </a:spcBef>
              <a:spcAft>
                <a:spcPts val="0"/>
              </a:spcAft>
              <a:buSzPts val="1400"/>
              <a:buFont typeface="Montserrat"/>
              <a:buNone/>
              <a:defRPr b="1" sz="1800">
                <a:latin typeface="Montserrat"/>
                <a:ea typeface="Montserrat"/>
                <a:cs typeface="Montserrat"/>
                <a:sym typeface="Montserrat"/>
              </a:defRPr>
            </a:lvl8pPr>
            <a:lvl9pPr lvl="8" algn="l">
              <a:lnSpc>
                <a:spcPct val="74000"/>
              </a:lnSpc>
              <a:spcBef>
                <a:spcPts val="0"/>
              </a:spcBef>
              <a:spcAft>
                <a:spcPts val="0"/>
              </a:spcAft>
              <a:buSzPts val="1400"/>
              <a:buFont typeface="Montserrat"/>
              <a:buNone/>
              <a:defRPr b="1" sz="1800">
                <a:latin typeface="Montserrat"/>
                <a:ea typeface="Montserrat"/>
                <a:cs typeface="Montserrat"/>
                <a:sym typeface="Montserrat"/>
              </a:defRPr>
            </a:lvl9pPr>
          </a:lstStyle>
          <a:p/>
        </p:txBody>
      </p:sp>
      <p:sp>
        <p:nvSpPr>
          <p:cNvPr id="186" name="Google Shape;186;p23"/>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b="0" i="0" sz="18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87" name="Google Shape;187;p23"/>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b="0" i="0" sz="14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88" name="Google Shape;188;p23"/>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2">
  <p:cSld name="Quote - Violet_1_1_2_1_2">
    <p:bg>
      <p:bgPr>
        <a:solidFill>
          <a:schemeClr val="dk2"/>
        </a:solidFill>
      </p:bgPr>
    </p:bg>
    <p:spTree>
      <p:nvGrpSpPr>
        <p:cNvPr id="189" name="Shape 189"/>
        <p:cNvGrpSpPr/>
        <p:nvPr/>
      </p:nvGrpSpPr>
      <p:grpSpPr>
        <a:xfrm>
          <a:off x="0" y="0"/>
          <a:ext cx="0" cy="0"/>
          <a:chOff x="0" y="0"/>
          <a:chExt cx="0" cy="0"/>
        </a:xfrm>
      </p:grpSpPr>
      <p:sp>
        <p:nvSpPr>
          <p:cNvPr id="190" name="Google Shape;190;p24"/>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algn="l">
              <a:lnSpc>
                <a:spcPct val="74000"/>
              </a:lnSpc>
              <a:spcBef>
                <a:spcPts val="0"/>
              </a:spcBef>
              <a:spcAft>
                <a:spcPts val="0"/>
              </a:spcAft>
              <a:buClr>
                <a:schemeClr val="lt1"/>
              </a:buClr>
              <a:buSzPts val="4000"/>
              <a:buNone/>
              <a:defRPr b="1" sz="4000" cap="none">
                <a:solidFill>
                  <a:schemeClr val="lt1"/>
                </a:solidFill>
                <a:latin typeface="Arial"/>
                <a:ea typeface="Arial"/>
                <a:cs typeface="Arial"/>
                <a:sym typeface="Arial"/>
              </a:defRPr>
            </a:lvl1pPr>
            <a:lvl2pPr indent="-342900" lvl="1" marL="914400" algn="l">
              <a:lnSpc>
                <a:spcPct val="74000"/>
              </a:lnSpc>
              <a:spcBef>
                <a:spcPts val="10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
        <p:nvSpPr>
          <p:cNvPr id="191" name="Google Shape;191;p24"/>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192" name="Google Shape;192;p2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pic>
        <p:nvPicPr>
          <p:cNvPr id="193" name="Google Shape;193;p24"/>
          <p:cNvPicPr preferRelativeResize="0"/>
          <p:nvPr/>
        </p:nvPicPr>
        <p:blipFill rotWithShape="1">
          <a:blip r:embed="rId2">
            <a:alphaModFix amt="27000"/>
          </a:blip>
          <a:srcRect b="0" l="21476" r="0" t="0"/>
          <a:stretch/>
        </p:blipFill>
        <p:spPr>
          <a:xfrm flipH="1">
            <a:off x="7048002" y="1780300"/>
            <a:ext cx="2095998" cy="2905999"/>
          </a:xfrm>
          <a:prstGeom prst="rect">
            <a:avLst/>
          </a:prstGeom>
          <a:noFill/>
          <a:ln>
            <a:noFill/>
          </a:ln>
        </p:spPr>
      </p:pic>
      <p:pic>
        <p:nvPicPr>
          <p:cNvPr id="194" name="Google Shape;194;p24"/>
          <p:cNvPicPr preferRelativeResize="0"/>
          <p:nvPr/>
        </p:nvPicPr>
        <p:blipFill rotWithShape="1">
          <a:blip r:embed="rId3">
            <a:alphaModFix/>
          </a:blip>
          <a:srcRect b="0" l="20792" r="0" t="10992"/>
          <a:stretch/>
        </p:blipFill>
        <p:spPr>
          <a:xfrm>
            <a:off x="0" y="0"/>
            <a:ext cx="1320175" cy="1615227"/>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4">
  <p:cSld name="Quote - Violet_1_1_2_1_1_1">
    <p:bg>
      <p:bgPr>
        <a:solidFill>
          <a:schemeClr val="dk2"/>
        </a:solidFill>
      </p:bgPr>
    </p:bg>
    <p:spTree>
      <p:nvGrpSpPr>
        <p:cNvPr id="195" name="Shape 195"/>
        <p:cNvGrpSpPr/>
        <p:nvPr/>
      </p:nvGrpSpPr>
      <p:grpSpPr>
        <a:xfrm>
          <a:off x="0" y="0"/>
          <a:ext cx="0" cy="0"/>
          <a:chOff x="0" y="0"/>
          <a:chExt cx="0" cy="0"/>
        </a:xfrm>
      </p:grpSpPr>
      <p:sp>
        <p:nvSpPr>
          <p:cNvPr id="196" name="Google Shape;196;p25"/>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algn="l">
              <a:lnSpc>
                <a:spcPct val="74000"/>
              </a:lnSpc>
              <a:spcBef>
                <a:spcPts val="0"/>
              </a:spcBef>
              <a:spcAft>
                <a:spcPts val="0"/>
              </a:spcAft>
              <a:buClr>
                <a:schemeClr val="lt1"/>
              </a:buClr>
              <a:buSzPts val="4000"/>
              <a:buNone/>
              <a:defRPr b="1" sz="4000" cap="none">
                <a:solidFill>
                  <a:schemeClr val="lt1"/>
                </a:solidFill>
                <a:latin typeface="Arial"/>
                <a:ea typeface="Arial"/>
                <a:cs typeface="Arial"/>
                <a:sym typeface="Arial"/>
              </a:defRPr>
            </a:lvl1pPr>
            <a:lvl2pPr indent="-342900" lvl="1" marL="914400" algn="l">
              <a:lnSpc>
                <a:spcPct val="74000"/>
              </a:lnSpc>
              <a:spcBef>
                <a:spcPts val="10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
        <p:nvSpPr>
          <p:cNvPr id="197" name="Google Shape;197;p25"/>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198" name="Google Shape;198;p2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grpSp>
        <p:nvGrpSpPr>
          <p:cNvPr id="199" name="Google Shape;199;p25"/>
          <p:cNvGrpSpPr/>
          <p:nvPr/>
        </p:nvGrpSpPr>
        <p:grpSpPr>
          <a:xfrm>
            <a:off x="4" y="1803975"/>
            <a:ext cx="9143996" cy="3339526"/>
            <a:chOff x="4" y="1803975"/>
            <a:chExt cx="9143996" cy="3339526"/>
          </a:xfrm>
        </p:grpSpPr>
        <p:pic>
          <p:nvPicPr>
            <p:cNvPr id="200" name="Google Shape;200;p25"/>
            <p:cNvPicPr preferRelativeResize="0"/>
            <p:nvPr/>
          </p:nvPicPr>
          <p:blipFill rotWithShape="1">
            <a:blip r:embed="rId2">
              <a:alphaModFix amt="57000"/>
            </a:blip>
            <a:srcRect b="34253" l="32605" r="0" t="0"/>
            <a:stretch/>
          </p:blipFill>
          <p:spPr>
            <a:xfrm flipH="1">
              <a:off x="5036874" y="1804050"/>
              <a:ext cx="4107126" cy="3339451"/>
            </a:xfrm>
            <a:prstGeom prst="rect">
              <a:avLst/>
            </a:prstGeom>
            <a:noFill/>
            <a:ln>
              <a:noFill/>
            </a:ln>
          </p:spPr>
        </p:pic>
        <p:pic>
          <p:nvPicPr>
            <p:cNvPr id="201" name="Google Shape;201;p25"/>
            <p:cNvPicPr preferRelativeResize="0"/>
            <p:nvPr/>
          </p:nvPicPr>
          <p:blipFill rotWithShape="1">
            <a:blip r:embed="rId3">
              <a:alphaModFix amt="57000"/>
            </a:blip>
            <a:srcRect b="34257" l="0" r="17498" t="0"/>
            <a:stretch/>
          </p:blipFill>
          <p:spPr>
            <a:xfrm flipH="1">
              <a:off x="4" y="1803975"/>
              <a:ext cx="5027748" cy="3339451"/>
            </a:xfrm>
            <a:prstGeom prst="rect">
              <a:avLst/>
            </a:prstGeom>
            <a:noFill/>
            <a:ln>
              <a:noFill/>
            </a:ln>
          </p:spPr>
        </p:pic>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5">
  <p:cSld name="Quote - Violet_1_1_2_1_1_1_1">
    <p:bg>
      <p:bgPr>
        <a:solidFill>
          <a:schemeClr val="dk2"/>
        </a:solidFill>
      </p:bgPr>
    </p:bg>
    <p:spTree>
      <p:nvGrpSpPr>
        <p:cNvPr id="202" name="Shape 202"/>
        <p:cNvGrpSpPr/>
        <p:nvPr/>
      </p:nvGrpSpPr>
      <p:grpSpPr>
        <a:xfrm>
          <a:off x="0" y="0"/>
          <a:ext cx="0" cy="0"/>
          <a:chOff x="0" y="0"/>
          <a:chExt cx="0" cy="0"/>
        </a:xfrm>
      </p:grpSpPr>
      <p:sp>
        <p:nvSpPr>
          <p:cNvPr id="203" name="Google Shape;203;p26"/>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algn="l">
              <a:lnSpc>
                <a:spcPct val="74000"/>
              </a:lnSpc>
              <a:spcBef>
                <a:spcPts val="0"/>
              </a:spcBef>
              <a:spcAft>
                <a:spcPts val="0"/>
              </a:spcAft>
              <a:buClr>
                <a:schemeClr val="lt1"/>
              </a:buClr>
              <a:buSzPts val="4000"/>
              <a:buNone/>
              <a:defRPr b="1" sz="4000" cap="none">
                <a:solidFill>
                  <a:schemeClr val="lt1"/>
                </a:solidFill>
                <a:latin typeface="Arial"/>
                <a:ea typeface="Arial"/>
                <a:cs typeface="Arial"/>
                <a:sym typeface="Arial"/>
              </a:defRPr>
            </a:lvl1pPr>
            <a:lvl2pPr indent="-342900" lvl="1" marL="914400" algn="l">
              <a:lnSpc>
                <a:spcPct val="74000"/>
              </a:lnSpc>
              <a:spcBef>
                <a:spcPts val="10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
        <p:nvSpPr>
          <p:cNvPr id="204" name="Google Shape;204;p26"/>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205" name="Google Shape;205;p2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grpSp>
        <p:nvGrpSpPr>
          <p:cNvPr id="206" name="Google Shape;206;p26"/>
          <p:cNvGrpSpPr/>
          <p:nvPr/>
        </p:nvGrpSpPr>
        <p:grpSpPr>
          <a:xfrm rot="-5400000">
            <a:off x="5223451" y="1196298"/>
            <a:ext cx="5164226" cy="2747927"/>
            <a:chOff x="1155183" y="3814094"/>
            <a:chExt cx="3118306" cy="1659276"/>
          </a:xfrm>
        </p:grpSpPr>
        <p:pic>
          <p:nvPicPr>
            <p:cNvPr id="207" name="Google Shape;207;p26"/>
            <p:cNvPicPr preferRelativeResize="0"/>
            <p:nvPr/>
          </p:nvPicPr>
          <p:blipFill rotWithShape="1">
            <a:blip r:embed="rId2">
              <a:alphaModFix amt="58000"/>
            </a:blip>
            <a:srcRect b="10228" l="37919" r="0" t="24704"/>
            <a:stretch/>
          </p:blipFill>
          <p:spPr>
            <a:xfrm>
              <a:off x="1155183" y="3814094"/>
              <a:ext cx="1891297" cy="1652133"/>
            </a:xfrm>
            <a:prstGeom prst="rect">
              <a:avLst/>
            </a:prstGeom>
            <a:noFill/>
            <a:ln>
              <a:noFill/>
            </a:ln>
          </p:spPr>
        </p:pic>
        <p:pic>
          <p:nvPicPr>
            <p:cNvPr id="208" name="Google Shape;208;p26"/>
            <p:cNvPicPr preferRelativeResize="0"/>
            <p:nvPr/>
          </p:nvPicPr>
          <p:blipFill rotWithShape="1">
            <a:blip r:embed="rId3">
              <a:alphaModFix amt="58000"/>
            </a:blip>
            <a:srcRect b="9950" l="0" r="59873" t="25270"/>
            <a:stretch/>
          </p:blipFill>
          <p:spPr>
            <a:xfrm>
              <a:off x="3051053" y="3828390"/>
              <a:ext cx="1222436" cy="1644980"/>
            </a:xfrm>
            <a:prstGeom prst="rect">
              <a:avLst/>
            </a:prstGeom>
            <a:noFill/>
            <a:ln>
              <a:noFill/>
            </a:ln>
          </p:spPr>
        </p:pic>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2-Line Title">
  <p:cSld name="Multi-use layout_2">
    <p:spTree>
      <p:nvGrpSpPr>
        <p:cNvPr id="209" name="Shape 209"/>
        <p:cNvGrpSpPr/>
        <p:nvPr/>
      </p:nvGrpSpPr>
      <p:grpSpPr>
        <a:xfrm>
          <a:off x="0" y="0"/>
          <a:ext cx="0" cy="0"/>
          <a:chOff x="0" y="0"/>
          <a:chExt cx="0" cy="0"/>
        </a:xfrm>
      </p:grpSpPr>
      <p:sp>
        <p:nvSpPr>
          <p:cNvPr id="210" name="Google Shape;210;p2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11" name="Google Shape;211;p2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12" name="Google Shape;212;p27"/>
          <p:cNvSpPr txBox="1"/>
          <p:nvPr>
            <p:ph type="title"/>
          </p:nvPr>
        </p:nvSpPr>
        <p:spPr>
          <a:xfrm>
            <a:off x="367897" y="228600"/>
            <a:ext cx="8344800" cy="548700"/>
          </a:xfrm>
          <a:prstGeom prst="rect">
            <a:avLst/>
          </a:prstGeom>
          <a:noFill/>
          <a:ln>
            <a:noFill/>
          </a:ln>
        </p:spPr>
        <p:txBody>
          <a:bodyPr anchorCtr="0" anchor="t" bIns="91425" lIns="91425" spcFirstLastPara="1" rIns="91425" wrap="square" tIns="91425">
            <a:no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213" name="Google Shape;213;p27"/>
          <p:cNvSpPr txBox="1"/>
          <p:nvPr>
            <p:ph idx="1" type="subTitle"/>
          </p:nvPr>
        </p:nvSpPr>
        <p:spPr>
          <a:xfrm>
            <a:off x="365760" y="1122367"/>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214" name="Google Shape;214;p27"/>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2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2022 Snowflake Inc. All Rights Reserved</a:t>
            </a:r>
            <a:endParaRPr b="0" i="0" sz="600" u="none" cap="none" strike="noStrike">
              <a:solidFill>
                <a:srgbClr val="929292"/>
              </a:solidFill>
              <a:latin typeface="Arial"/>
              <a:ea typeface="Arial"/>
              <a:cs typeface="Arial"/>
              <a:sym typeface="Arial"/>
            </a:endParaRPr>
          </a:p>
        </p:txBody>
      </p:sp>
      <p:sp>
        <p:nvSpPr>
          <p:cNvPr id="216" name="Google Shape;216;p27"/>
          <p:cNvSpPr/>
          <p:nvPr/>
        </p:nvSpPr>
        <p:spPr>
          <a:xfrm>
            <a:off x="0" y="343500"/>
            <a:ext cx="137100" cy="731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2">
  <p:cSld name="Multi-use layout_1_1">
    <p:spTree>
      <p:nvGrpSpPr>
        <p:cNvPr id="217" name="Shape 217"/>
        <p:cNvGrpSpPr/>
        <p:nvPr/>
      </p:nvGrpSpPr>
      <p:grpSpPr>
        <a:xfrm>
          <a:off x="0" y="0"/>
          <a:ext cx="0" cy="0"/>
          <a:chOff x="0" y="0"/>
          <a:chExt cx="0" cy="0"/>
        </a:xfrm>
      </p:grpSpPr>
      <p:grpSp>
        <p:nvGrpSpPr>
          <p:cNvPr id="218" name="Google Shape;218;p28"/>
          <p:cNvGrpSpPr/>
          <p:nvPr/>
        </p:nvGrpSpPr>
        <p:grpSpPr>
          <a:xfrm>
            <a:off x="0" y="4370576"/>
            <a:ext cx="9144001" cy="772925"/>
            <a:chOff x="0" y="4370576"/>
            <a:chExt cx="9144001" cy="772925"/>
          </a:xfrm>
        </p:grpSpPr>
        <p:pic>
          <p:nvPicPr>
            <p:cNvPr id="219" name="Google Shape;219;p28"/>
            <p:cNvPicPr preferRelativeResize="0"/>
            <p:nvPr/>
          </p:nvPicPr>
          <p:blipFill rotWithShape="1">
            <a:blip r:embed="rId2">
              <a:alphaModFix amt="29000"/>
            </a:blip>
            <a:srcRect b="43663" l="0" r="0" t="140"/>
            <a:stretch/>
          </p:blipFill>
          <p:spPr>
            <a:xfrm>
              <a:off x="0" y="4370576"/>
              <a:ext cx="3046476" cy="772925"/>
            </a:xfrm>
            <a:prstGeom prst="rect">
              <a:avLst/>
            </a:prstGeom>
            <a:noFill/>
            <a:ln>
              <a:noFill/>
            </a:ln>
          </p:spPr>
        </p:pic>
        <p:pic>
          <p:nvPicPr>
            <p:cNvPr id="220" name="Google Shape;220;p28"/>
            <p:cNvPicPr preferRelativeResize="0"/>
            <p:nvPr/>
          </p:nvPicPr>
          <p:blipFill rotWithShape="1">
            <a:blip r:embed="rId3">
              <a:alphaModFix amt="29000"/>
            </a:blip>
            <a:srcRect b="43663" l="0" r="0" t="140"/>
            <a:stretch/>
          </p:blipFill>
          <p:spPr>
            <a:xfrm>
              <a:off x="3051050" y="4370576"/>
              <a:ext cx="3046476" cy="772925"/>
            </a:xfrm>
            <a:prstGeom prst="rect">
              <a:avLst/>
            </a:prstGeom>
            <a:noFill/>
            <a:ln>
              <a:noFill/>
            </a:ln>
          </p:spPr>
        </p:pic>
        <p:pic>
          <p:nvPicPr>
            <p:cNvPr id="221" name="Google Shape;221;p28"/>
            <p:cNvPicPr preferRelativeResize="0"/>
            <p:nvPr/>
          </p:nvPicPr>
          <p:blipFill rotWithShape="1">
            <a:blip r:embed="rId4">
              <a:alphaModFix amt="29000"/>
            </a:blip>
            <a:srcRect b="43663" l="0" r="0" t="140"/>
            <a:stretch/>
          </p:blipFill>
          <p:spPr>
            <a:xfrm>
              <a:off x="6097525" y="4370576"/>
              <a:ext cx="3046476" cy="772925"/>
            </a:xfrm>
            <a:prstGeom prst="rect">
              <a:avLst/>
            </a:prstGeom>
            <a:noFill/>
            <a:ln>
              <a:noFill/>
            </a:ln>
          </p:spPr>
        </p:pic>
      </p:grpSp>
      <p:sp>
        <p:nvSpPr>
          <p:cNvPr id="222" name="Google Shape;222;p2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23" name="Google Shape;223;p2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24" name="Google Shape;224;p28"/>
          <p:cNvSpPr txBox="1"/>
          <p:nvPr>
            <p:ph type="title"/>
          </p:nvPr>
        </p:nvSpPr>
        <p:spPr>
          <a:xfrm>
            <a:off x="367897" y="228600"/>
            <a:ext cx="8344800" cy="548700"/>
          </a:xfrm>
          <a:prstGeom prst="rect">
            <a:avLst/>
          </a:prstGeom>
          <a:noFill/>
          <a:ln>
            <a:noFill/>
          </a:ln>
        </p:spPr>
        <p:txBody>
          <a:bodyPr anchorCtr="0" anchor="t" bIns="91425" lIns="91425" spcFirstLastPara="1" rIns="91425" wrap="square" tIns="91425">
            <a:no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225" name="Google Shape;225;p28"/>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226" name="Google Shape;226;p28"/>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28"/>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2022 Snowflake Inc. All Rights Reserved</a:t>
            </a:r>
            <a:endParaRPr b="0" i="0" sz="600" u="none" cap="none" strike="noStrike">
              <a:solidFill>
                <a:srgbClr val="929292"/>
              </a:solidFill>
              <a:latin typeface="Arial"/>
              <a:ea typeface="Arial"/>
              <a:cs typeface="Arial"/>
              <a:sym typeface="Arial"/>
            </a:endParaRPr>
          </a:p>
        </p:txBody>
      </p:sp>
      <p:sp>
        <p:nvSpPr>
          <p:cNvPr id="228" name="Google Shape;228;p28"/>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Arrows">
  <p:cSld name="Multi-use layout_1_1_1">
    <p:spTree>
      <p:nvGrpSpPr>
        <p:cNvPr id="229" name="Shape 229"/>
        <p:cNvGrpSpPr/>
        <p:nvPr/>
      </p:nvGrpSpPr>
      <p:grpSpPr>
        <a:xfrm>
          <a:off x="0" y="0"/>
          <a:ext cx="0" cy="0"/>
          <a:chOff x="0" y="0"/>
          <a:chExt cx="0" cy="0"/>
        </a:xfrm>
      </p:grpSpPr>
      <p:pic>
        <p:nvPicPr>
          <p:cNvPr id="230" name="Google Shape;230;p29"/>
          <p:cNvPicPr preferRelativeResize="0"/>
          <p:nvPr/>
        </p:nvPicPr>
        <p:blipFill rotWithShape="1">
          <a:blip r:embed="rId2">
            <a:alphaModFix/>
          </a:blip>
          <a:srcRect b="0" l="22839" r="0" t="0"/>
          <a:stretch/>
        </p:blipFill>
        <p:spPr>
          <a:xfrm flipH="1">
            <a:off x="7782375" y="2935675"/>
            <a:ext cx="1368150" cy="1931223"/>
          </a:xfrm>
          <a:prstGeom prst="rect">
            <a:avLst/>
          </a:prstGeom>
          <a:noFill/>
          <a:ln>
            <a:noFill/>
          </a:ln>
        </p:spPr>
      </p:pic>
      <p:sp>
        <p:nvSpPr>
          <p:cNvPr id="231" name="Google Shape;231;p2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32" name="Google Shape;232;p2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33" name="Google Shape;233;p29"/>
          <p:cNvSpPr txBox="1"/>
          <p:nvPr>
            <p:ph type="title"/>
          </p:nvPr>
        </p:nvSpPr>
        <p:spPr>
          <a:xfrm>
            <a:off x="367897" y="228600"/>
            <a:ext cx="8344800" cy="548700"/>
          </a:xfrm>
          <a:prstGeom prst="rect">
            <a:avLst/>
          </a:prstGeom>
          <a:noFill/>
          <a:ln>
            <a:noFill/>
          </a:ln>
        </p:spPr>
        <p:txBody>
          <a:bodyPr anchorCtr="0" anchor="t" bIns="91425" lIns="91425" spcFirstLastPara="1" rIns="91425" wrap="square" tIns="91425">
            <a:no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234" name="Google Shape;234;p29"/>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235" name="Google Shape;235;p29"/>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2022 Snowflake Inc. All Rights Reserved</a:t>
            </a:r>
            <a:endParaRPr b="0" i="0" sz="600" u="none" cap="none" strike="noStrike">
              <a:solidFill>
                <a:srgbClr val="929292"/>
              </a:solidFill>
              <a:latin typeface="Arial"/>
              <a:ea typeface="Arial"/>
              <a:cs typeface="Arial"/>
              <a:sym typeface="Arial"/>
            </a:endParaRPr>
          </a:p>
        </p:txBody>
      </p:sp>
      <p:sp>
        <p:nvSpPr>
          <p:cNvPr id="237" name="Google Shape;237;p29"/>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1">
  <p:cSld name="Split Layout_1">
    <p:spTree>
      <p:nvGrpSpPr>
        <p:cNvPr id="238" name="Shape 238"/>
        <p:cNvGrpSpPr/>
        <p:nvPr/>
      </p:nvGrpSpPr>
      <p:grpSpPr>
        <a:xfrm>
          <a:off x="0" y="0"/>
          <a:ext cx="0" cy="0"/>
          <a:chOff x="0" y="0"/>
          <a:chExt cx="0" cy="0"/>
        </a:xfrm>
      </p:grpSpPr>
      <p:sp>
        <p:nvSpPr>
          <p:cNvPr id="239" name="Google Shape;239;p30"/>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Lato"/>
              <a:ea typeface="Lato"/>
              <a:cs typeface="Lato"/>
              <a:sym typeface="Lato"/>
            </a:endParaRPr>
          </a:p>
        </p:txBody>
      </p:sp>
      <p:sp>
        <p:nvSpPr>
          <p:cNvPr id="240" name="Google Shape;240;p30"/>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dk1"/>
              </a:solidFill>
              <a:latin typeface="Arial"/>
              <a:ea typeface="Arial"/>
              <a:cs typeface="Arial"/>
              <a:sym typeface="Arial"/>
            </a:endParaRPr>
          </a:p>
        </p:txBody>
      </p:sp>
      <p:sp>
        <p:nvSpPr>
          <p:cNvPr id="241" name="Google Shape;241;p30"/>
          <p:cNvSpPr/>
          <p:nvPr/>
        </p:nvSpPr>
        <p:spPr>
          <a:xfrm>
            <a:off x="4574381" y="2416970"/>
            <a:ext cx="3186406"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242" name="Google Shape;242;p30"/>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243" name="Google Shape;243;p30"/>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4313"/>
            </a:srgbClr>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dk1"/>
              </a:solidFill>
              <a:latin typeface="Arial"/>
              <a:ea typeface="Arial"/>
              <a:cs typeface="Arial"/>
              <a:sym typeface="Arial"/>
            </a:endParaRPr>
          </a:p>
        </p:txBody>
      </p:sp>
      <p:sp>
        <p:nvSpPr>
          <p:cNvPr id="244" name="Google Shape;244;p30"/>
          <p:cNvSpPr/>
          <p:nvPr/>
        </p:nvSpPr>
        <p:spPr>
          <a:xfrm>
            <a:off x="4572000" y="0"/>
            <a:ext cx="4572000" cy="51435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245" name="Google Shape;245;p30"/>
          <p:cNvSpPr txBox="1"/>
          <p:nvPr>
            <p:ph idx="1" type="body"/>
          </p:nvPr>
        </p:nvSpPr>
        <p:spPr>
          <a:xfrm>
            <a:off x="365750" y="634350"/>
            <a:ext cx="3827400" cy="294900"/>
          </a:xfrm>
          <a:prstGeom prst="rect">
            <a:avLst/>
          </a:prstGeom>
          <a:noFill/>
          <a:ln>
            <a:noFill/>
          </a:ln>
        </p:spPr>
        <p:txBody>
          <a:bodyPr anchorCtr="0" anchor="t" bIns="91425" lIns="91425" spcFirstLastPara="1" rIns="91425" wrap="square" tIns="91425">
            <a:spAutoFit/>
          </a:bodyPr>
          <a:lstStyle>
            <a:lvl1pPr indent="-228600" lvl="0" marL="457200" algn="l">
              <a:lnSpc>
                <a:spcPct val="105000"/>
              </a:lnSpc>
              <a:spcBef>
                <a:spcPts val="0"/>
              </a:spcBef>
              <a:spcAft>
                <a:spcPts val="0"/>
              </a:spcAft>
              <a:buClr>
                <a:srgbClr val="5B5B5B"/>
              </a:buClr>
              <a:buSzPts val="1600"/>
              <a:buNone/>
              <a:defRPr sz="1600">
                <a:solidFill>
                  <a:srgbClr val="5B5B5B"/>
                </a:solidFill>
              </a:defRPr>
            </a:lvl1pPr>
            <a:lvl2pPr indent="-342900" lvl="1" marL="914400" algn="l">
              <a:lnSpc>
                <a:spcPct val="105000"/>
              </a:lnSpc>
              <a:spcBef>
                <a:spcPts val="1000"/>
              </a:spcBef>
              <a:spcAft>
                <a:spcPts val="0"/>
              </a:spcAft>
              <a:buClr>
                <a:srgbClr val="5B5B5B"/>
              </a:buClr>
              <a:buSzPts val="1800"/>
              <a:buChar char="•"/>
              <a:defRPr>
                <a:solidFill>
                  <a:srgbClr val="5B5B5B"/>
                </a:solidFill>
              </a:defRPr>
            </a:lvl2pPr>
            <a:lvl3pPr indent="-342900" lvl="2" marL="1371600" algn="l">
              <a:lnSpc>
                <a:spcPct val="105000"/>
              </a:lnSpc>
              <a:spcBef>
                <a:spcPts val="1000"/>
              </a:spcBef>
              <a:spcAft>
                <a:spcPts val="0"/>
              </a:spcAft>
              <a:buClr>
                <a:srgbClr val="5B5B5B"/>
              </a:buClr>
              <a:buSzPts val="1800"/>
              <a:buChar char="•"/>
              <a:defRPr>
                <a:solidFill>
                  <a:srgbClr val="5B5B5B"/>
                </a:solidFill>
              </a:defRPr>
            </a:lvl3pPr>
            <a:lvl4pPr indent="-342900" lvl="3" marL="1828800" algn="l">
              <a:lnSpc>
                <a:spcPct val="105000"/>
              </a:lnSpc>
              <a:spcBef>
                <a:spcPts val="1000"/>
              </a:spcBef>
              <a:spcAft>
                <a:spcPts val="0"/>
              </a:spcAft>
              <a:buClr>
                <a:srgbClr val="5B5B5B"/>
              </a:buClr>
              <a:buSzPts val="1800"/>
              <a:buChar char="•"/>
              <a:defRPr>
                <a:solidFill>
                  <a:srgbClr val="5B5B5B"/>
                </a:solidFill>
              </a:defRPr>
            </a:lvl4pPr>
            <a:lvl5pPr indent="-342900" lvl="4" marL="2286000" algn="l">
              <a:lnSpc>
                <a:spcPct val="105000"/>
              </a:lnSpc>
              <a:spcBef>
                <a:spcPts val="1000"/>
              </a:spcBef>
              <a:spcAft>
                <a:spcPts val="0"/>
              </a:spcAft>
              <a:buClr>
                <a:srgbClr val="5B5B5B"/>
              </a:buClr>
              <a:buSzPts val="1800"/>
              <a:buChar char="•"/>
              <a:defRPr>
                <a:solidFill>
                  <a:srgbClr val="5B5B5B"/>
                </a:solidFill>
              </a:defRPr>
            </a:lvl5pPr>
            <a:lvl6pPr indent="-342900" lvl="5" marL="2743200" algn="l">
              <a:lnSpc>
                <a:spcPct val="105000"/>
              </a:lnSpc>
              <a:spcBef>
                <a:spcPts val="1000"/>
              </a:spcBef>
              <a:spcAft>
                <a:spcPts val="0"/>
              </a:spcAft>
              <a:buClr>
                <a:srgbClr val="5B5B5B"/>
              </a:buClr>
              <a:buSzPts val="1800"/>
              <a:buChar char="•"/>
              <a:defRPr>
                <a:solidFill>
                  <a:srgbClr val="5B5B5B"/>
                </a:solidFill>
              </a:defRPr>
            </a:lvl6pPr>
            <a:lvl7pPr indent="-342900" lvl="6" marL="3200400" algn="l">
              <a:lnSpc>
                <a:spcPct val="105000"/>
              </a:lnSpc>
              <a:spcBef>
                <a:spcPts val="1000"/>
              </a:spcBef>
              <a:spcAft>
                <a:spcPts val="0"/>
              </a:spcAft>
              <a:buClr>
                <a:srgbClr val="5B5B5B"/>
              </a:buClr>
              <a:buSzPts val="1800"/>
              <a:buChar char="•"/>
              <a:defRPr>
                <a:solidFill>
                  <a:srgbClr val="5B5B5B"/>
                </a:solidFill>
              </a:defRPr>
            </a:lvl7pPr>
            <a:lvl8pPr indent="-342900" lvl="7" marL="3657600" algn="l">
              <a:lnSpc>
                <a:spcPct val="105000"/>
              </a:lnSpc>
              <a:spcBef>
                <a:spcPts val="1000"/>
              </a:spcBef>
              <a:spcAft>
                <a:spcPts val="0"/>
              </a:spcAft>
              <a:buClr>
                <a:srgbClr val="5B5B5B"/>
              </a:buClr>
              <a:buSzPts val="1800"/>
              <a:buChar char="•"/>
              <a:defRPr>
                <a:solidFill>
                  <a:srgbClr val="5B5B5B"/>
                </a:solidFill>
              </a:defRPr>
            </a:lvl8pPr>
            <a:lvl9pPr indent="-342900" lvl="8" marL="4114800" algn="l">
              <a:lnSpc>
                <a:spcPct val="105000"/>
              </a:lnSpc>
              <a:spcBef>
                <a:spcPts val="1000"/>
              </a:spcBef>
              <a:spcAft>
                <a:spcPts val="1000"/>
              </a:spcAft>
              <a:buClr>
                <a:srgbClr val="5B5B5B"/>
              </a:buClr>
              <a:buSzPts val="1800"/>
              <a:buChar char="•"/>
              <a:defRPr>
                <a:solidFill>
                  <a:srgbClr val="5B5B5B"/>
                </a:solidFill>
              </a:defRPr>
            </a:lvl9pPr>
          </a:lstStyle>
          <a:p/>
        </p:txBody>
      </p:sp>
      <p:sp>
        <p:nvSpPr>
          <p:cNvPr id="246" name="Google Shape;246;p30"/>
          <p:cNvSpPr txBox="1"/>
          <p:nvPr>
            <p:ph type="title"/>
          </p:nvPr>
        </p:nvSpPr>
        <p:spPr>
          <a:xfrm>
            <a:off x="365755" y="228600"/>
            <a:ext cx="3978900" cy="627900"/>
          </a:xfrm>
          <a:prstGeom prst="rect">
            <a:avLst/>
          </a:prstGeom>
          <a:noFill/>
          <a:ln>
            <a:noFill/>
          </a:ln>
        </p:spPr>
        <p:txBody>
          <a:bodyPr anchorCtr="0" anchor="t" bIns="91425" lIns="91425" spcFirstLastPara="1" rIns="91425" wrap="square" tIns="91425">
            <a:sp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247" name="Google Shape;247;p30"/>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48" name="Google Shape;248;p3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49" name="Google Shape;249;p30"/>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2022 Snowflake Inc. All Rights Reserved</a:t>
            </a:r>
            <a:endParaRPr b="0" i="0" sz="600" u="none" cap="none" strike="noStrike">
              <a:solidFill>
                <a:srgbClr val="929292"/>
              </a:solidFill>
              <a:latin typeface="Arial"/>
              <a:ea typeface="Arial"/>
              <a:cs typeface="Arial"/>
              <a:sym typeface="Arial"/>
            </a:endParaRPr>
          </a:p>
        </p:txBody>
      </p:sp>
      <p:pic>
        <p:nvPicPr>
          <p:cNvPr id="250" name="Google Shape;250;p30"/>
          <p:cNvPicPr preferRelativeResize="0"/>
          <p:nvPr/>
        </p:nvPicPr>
        <p:blipFill rotWithShape="1">
          <a:blip r:embed="rId2">
            <a:alphaModFix/>
          </a:blip>
          <a:srcRect b="9583" l="13584" r="0" t="0"/>
          <a:stretch/>
        </p:blipFill>
        <p:spPr>
          <a:xfrm>
            <a:off x="4572000" y="3214250"/>
            <a:ext cx="1693648" cy="1929252"/>
          </a:xfrm>
          <a:prstGeom prst="rect">
            <a:avLst/>
          </a:prstGeom>
          <a:noFill/>
          <a:ln>
            <a:noFill/>
          </a:ln>
        </p:spPr>
      </p:pic>
      <p:sp>
        <p:nvSpPr>
          <p:cNvPr id="251" name="Google Shape;251;p30"/>
          <p:cNvSpPr/>
          <p:nvPr/>
        </p:nvSpPr>
        <p:spPr>
          <a:xfrm>
            <a:off x="8067676" y="228601"/>
            <a:ext cx="1077917" cy="1543491"/>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019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252" name="Google Shape;252;p30"/>
          <p:cNvSpPr txBox="1"/>
          <p:nvPr>
            <p:ph idx="2" type="body"/>
          </p:nvPr>
        </p:nvSpPr>
        <p:spPr>
          <a:xfrm>
            <a:off x="4937760" y="1280150"/>
            <a:ext cx="3566400" cy="3406200"/>
          </a:xfrm>
          <a:prstGeom prst="rect">
            <a:avLst/>
          </a:prstGeom>
          <a:noFill/>
          <a:ln>
            <a:noFill/>
          </a:ln>
        </p:spPr>
        <p:txBody>
          <a:bodyPr anchorCtr="0" anchor="t" bIns="91425" lIns="91425" spcFirstLastPara="1" rIns="91425" wrap="square" tIns="91425">
            <a:spAutoFit/>
          </a:bodyPr>
          <a:lstStyle>
            <a:lvl1pPr indent="-342900" lvl="0" marL="457200" marR="0" algn="l">
              <a:lnSpc>
                <a:spcPct val="115000"/>
              </a:lnSpc>
              <a:spcBef>
                <a:spcPts val="0"/>
              </a:spcBef>
              <a:spcAft>
                <a:spcPts val="0"/>
              </a:spcAft>
              <a:buSzPts val="1800"/>
              <a:buChar char="•"/>
              <a:defRPr i="0" sz="1800" u="none" cap="none" strike="noStrike">
                <a:solidFill>
                  <a:schemeClr val="lt1"/>
                </a:solidFill>
              </a:defRPr>
            </a:lvl1pPr>
            <a:lvl2pPr indent="-342900" lvl="1" marL="914400" marR="0" algn="l">
              <a:lnSpc>
                <a:spcPct val="115000"/>
              </a:lnSpc>
              <a:spcBef>
                <a:spcPts val="1000"/>
              </a:spcBef>
              <a:spcAft>
                <a:spcPts val="0"/>
              </a:spcAft>
              <a:buSzPts val="1800"/>
              <a:buChar char="•"/>
              <a:defRPr i="0" sz="1800" u="none" cap="none" strike="noStrike">
                <a:solidFill>
                  <a:schemeClr val="lt1"/>
                </a:solidFill>
              </a:defRPr>
            </a:lvl2pPr>
            <a:lvl3pPr indent="-317500" lvl="2" marL="1371600" marR="0" algn="l">
              <a:lnSpc>
                <a:spcPct val="115000"/>
              </a:lnSpc>
              <a:spcBef>
                <a:spcPts val="1000"/>
              </a:spcBef>
              <a:spcAft>
                <a:spcPts val="0"/>
              </a:spcAft>
              <a:buSzPts val="1400"/>
              <a:buChar char="•"/>
              <a:defRPr i="0" u="none" cap="none" strike="noStrike">
                <a:solidFill>
                  <a:schemeClr val="lt1"/>
                </a:solidFill>
              </a:defRPr>
            </a:lvl3pPr>
            <a:lvl4pPr indent="-317500" lvl="3" marL="1828800" marR="0" algn="l">
              <a:lnSpc>
                <a:spcPct val="115000"/>
              </a:lnSpc>
              <a:spcBef>
                <a:spcPts val="1000"/>
              </a:spcBef>
              <a:spcAft>
                <a:spcPts val="0"/>
              </a:spcAft>
              <a:buSzPts val="1400"/>
              <a:buChar char="•"/>
              <a:defRPr i="0" u="none" cap="none" strike="noStrike">
                <a:solidFill>
                  <a:schemeClr val="lt1"/>
                </a:solidFill>
              </a:defRPr>
            </a:lvl4pPr>
            <a:lvl5pPr indent="-317500" lvl="4" marL="2286000" marR="0" algn="l">
              <a:lnSpc>
                <a:spcPct val="115000"/>
              </a:lnSpc>
              <a:spcBef>
                <a:spcPts val="1000"/>
              </a:spcBef>
              <a:spcAft>
                <a:spcPts val="0"/>
              </a:spcAft>
              <a:buSzPts val="1400"/>
              <a:buChar char="•"/>
              <a:defRPr i="0" u="none" cap="none" strike="noStrike">
                <a:solidFill>
                  <a:schemeClr val="lt1"/>
                </a:solidFill>
              </a:defRPr>
            </a:lvl5pPr>
            <a:lvl6pPr indent="-317500" lvl="5" marL="2743200" marR="0" algn="l">
              <a:lnSpc>
                <a:spcPct val="115000"/>
              </a:lnSpc>
              <a:spcBef>
                <a:spcPts val="1000"/>
              </a:spcBef>
              <a:spcAft>
                <a:spcPts val="0"/>
              </a:spcAft>
              <a:buSzPts val="1400"/>
              <a:buChar char="•"/>
              <a:defRPr i="0" u="none" cap="none" strike="noStrike">
                <a:solidFill>
                  <a:schemeClr val="lt1"/>
                </a:solidFill>
              </a:defRPr>
            </a:lvl6pPr>
            <a:lvl7pPr indent="-317500" lvl="6" marL="3200400" marR="0" algn="l">
              <a:lnSpc>
                <a:spcPct val="115000"/>
              </a:lnSpc>
              <a:spcBef>
                <a:spcPts val="1000"/>
              </a:spcBef>
              <a:spcAft>
                <a:spcPts val="0"/>
              </a:spcAft>
              <a:buSzPts val="1400"/>
              <a:buChar char="•"/>
              <a:defRPr i="0" u="none" cap="none" strike="noStrike">
                <a:solidFill>
                  <a:schemeClr val="lt1"/>
                </a:solidFill>
              </a:defRPr>
            </a:lvl7pPr>
            <a:lvl8pPr indent="-317500" lvl="7" marL="3657600" marR="0" algn="l">
              <a:lnSpc>
                <a:spcPct val="115000"/>
              </a:lnSpc>
              <a:spcBef>
                <a:spcPts val="1000"/>
              </a:spcBef>
              <a:spcAft>
                <a:spcPts val="0"/>
              </a:spcAft>
              <a:buSzPts val="1400"/>
              <a:buChar char="•"/>
              <a:defRPr i="0" u="none" cap="none" strike="noStrike">
                <a:solidFill>
                  <a:schemeClr val="lt1"/>
                </a:solidFill>
              </a:defRPr>
            </a:lvl8pPr>
            <a:lvl9pPr indent="-317500" lvl="8" marL="4114800" marR="0" algn="l">
              <a:lnSpc>
                <a:spcPct val="115000"/>
              </a:lnSpc>
              <a:spcBef>
                <a:spcPts val="1000"/>
              </a:spcBef>
              <a:spcAft>
                <a:spcPts val="1000"/>
              </a:spcAft>
              <a:buSzPts val="1400"/>
              <a:buChar char="•"/>
              <a:defRPr i="0" u="none" cap="none" strike="noStrike">
                <a:solidFill>
                  <a:schemeClr val="lt1"/>
                </a:solidFill>
              </a:defRPr>
            </a:lvl9pPr>
          </a:lstStyle>
          <a:p/>
        </p:txBody>
      </p:sp>
      <p:sp>
        <p:nvSpPr>
          <p:cNvPr id="253" name="Google Shape;253;p30"/>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w/ Photo">
  <p:cSld name="Quote - Violet_1_1_1_2">
    <p:bg>
      <p:bgPr>
        <a:solidFill>
          <a:schemeClr val="dk2"/>
        </a:solidFill>
      </p:bgPr>
    </p:bg>
    <p:spTree>
      <p:nvGrpSpPr>
        <p:cNvPr id="254" name="Shape 254"/>
        <p:cNvGrpSpPr/>
        <p:nvPr/>
      </p:nvGrpSpPr>
      <p:grpSpPr>
        <a:xfrm>
          <a:off x="0" y="0"/>
          <a:ext cx="0" cy="0"/>
          <a:chOff x="0" y="0"/>
          <a:chExt cx="0" cy="0"/>
        </a:xfrm>
      </p:grpSpPr>
      <p:sp>
        <p:nvSpPr>
          <p:cNvPr id="255" name="Google Shape;255;p31"/>
          <p:cNvSpPr txBox="1"/>
          <p:nvPr>
            <p:ph idx="1" type="body"/>
          </p:nvPr>
        </p:nvSpPr>
        <p:spPr>
          <a:xfrm>
            <a:off x="365750" y="1331975"/>
            <a:ext cx="6076500" cy="25971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4200"/>
              <a:buNone/>
              <a:defRPr sz="4200" cap="none">
                <a:solidFill>
                  <a:schemeClr val="lt1"/>
                </a:solidFil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256" name="Google Shape;256;p31"/>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257" name="Google Shape;257;p3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58" name="Google Shape;258;p3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259" name="Google Shape;259;p31"/>
          <p:cNvGrpSpPr/>
          <p:nvPr/>
        </p:nvGrpSpPr>
        <p:grpSpPr>
          <a:xfrm>
            <a:off x="457209" y="474129"/>
            <a:ext cx="1177786" cy="857849"/>
            <a:chOff x="865451" y="2114550"/>
            <a:chExt cx="3399093" cy="2475755"/>
          </a:xfrm>
        </p:grpSpPr>
        <p:sp>
          <p:nvSpPr>
            <p:cNvPr id="260" name="Google Shape;260;p31"/>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61" name="Google Shape;261;p31"/>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
        <p:nvSpPr>
          <p:cNvPr id="262" name="Google Shape;262;p31"/>
          <p:cNvSpPr txBox="1"/>
          <p:nvPr>
            <p:ph idx="2" type="subTitle"/>
          </p:nvPr>
        </p:nvSpPr>
        <p:spPr>
          <a:xfrm>
            <a:off x="3017525" y="3999997"/>
            <a:ext cx="4206300" cy="686400"/>
          </a:xfrm>
          <a:prstGeom prst="rect">
            <a:avLst/>
          </a:prstGeom>
          <a:noFill/>
          <a:ln>
            <a:noFill/>
          </a:ln>
        </p:spPr>
        <p:txBody>
          <a:bodyPr anchorCtr="0" anchor="b" bIns="91425" lIns="91425" spcFirstLastPara="1" rIns="91425" wrap="square" tIns="91425">
            <a:noAutofit/>
          </a:bodyPr>
          <a:lstStyle>
            <a:lvl1pPr lvl="0" algn="r">
              <a:lnSpc>
                <a:spcPct val="115000"/>
              </a:lnSpc>
              <a:spcBef>
                <a:spcPts val="0"/>
              </a:spcBef>
              <a:spcAft>
                <a:spcPts val="0"/>
              </a:spcAft>
              <a:buClr>
                <a:srgbClr val="FFFFFF"/>
              </a:buClr>
              <a:buSzPts val="1600"/>
              <a:buNone/>
              <a:defRPr b="1" sz="1600">
                <a:solidFill>
                  <a:srgbClr val="FFFFFF"/>
                </a:solidFill>
              </a:defRPr>
            </a:lvl1pPr>
            <a:lvl2pPr lvl="1" algn="l">
              <a:lnSpc>
                <a:spcPct val="115000"/>
              </a:lnSpc>
              <a:spcBef>
                <a:spcPts val="1000"/>
              </a:spcBef>
              <a:spcAft>
                <a:spcPts val="0"/>
              </a:spcAft>
              <a:buClr>
                <a:srgbClr val="FFFFFF"/>
              </a:buClr>
              <a:buSzPts val="1800"/>
              <a:buNone/>
              <a:defRPr b="1">
                <a:solidFill>
                  <a:srgbClr val="FFFFFF"/>
                </a:solidFill>
              </a:defRPr>
            </a:lvl2pPr>
            <a:lvl3pPr lvl="2" algn="l">
              <a:lnSpc>
                <a:spcPct val="115000"/>
              </a:lnSpc>
              <a:spcBef>
                <a:spcPts val="1000"/>
              </a:spcBef>
              <a:spcAft>
                <a:spcPts val="0"/>
              </a:spcAft>
              <a:buClr>
                <a:srgbClr val="FFFFFF"/>
              </a:buClr>
              <a:buSzPts val="1400"/>
              <a:buNone/>
              <a:defRPr b="1">
                <a:solidFill>
                  <a:srgbClr val="FFFFFF"/>
                </a:solidFill>
              </a:defRPr>
            </a:lvl3pPr>
            <a:lvl4pPr lvl="3" algn="l">
              <a:lnSpc>
                <a:spcPct val="115000"/>
              </a:lnSpc>
              <a:spcBef>
                <a:spcPts val="1000"/>
              </a:spcBef>
              <a:spcAft>
                <a:spcPts val="0"/>
              </a:spcAft>
              <a:buClr>
                <a:srgbClr val="FFFFFF"/>
              </a:buClr>
              <a:buSzPts val="1400"/>
              <a:buNone/>
              <a:defRPr b="1">
                <a:solidFill>
                  <a:srgbClr val="FFFFFF"/>
                </a:solidFill>
              </a:defRPr>
            </a:lvl4pPr>
            <a:lvl5pPr lvl="4" algn="l">
              <a:lnSpc>
                <a:spcPct val="115000"/>
              </a:lnSpc>
              <a:spcBef>
                <a:spcPts val="1000"/>
              </a:spcBef>
              <a:spcAft>
                <a:spcPts val="0"/>
              </a:spcAft>
              <a:buClr>
                <a:srgbClr val="FFFFFF"/>
              </a:buClr>
              <a:buSzPts val="1400"/>
              <a:buNone/>
              <a:defRPr b="1">
                <a:solidFill>
                  <a:srgbClr val="FFFFFF"/>
                </a:solidFill>
              </a:defRPr>
            </a:lvl5pPr>
            <a:lvl6pPr lvl="5" algn="l">
              <a:lnSpc>
                <a:spcPct val="115000"/>
              </a:lnSpc>
              <a:spcBef>
                <a:spcPts val="1000"/>
              </a:spcBef>
              <a:spcAft>
                <a:spcPts val="0"/>
              </a:spcAft>
              <a:buClr>
                <a:srgbClr val="FFFFFF"/>
              </a:buClr>
              <a:buSzPts val="1400"/>
              <a:buNone/>
              <a:defRPr b="1">
                <a:solidFill>
                  <a:srgbClr val="FFFFFF"/>
                </a:solidFill>
              </a:defRPr>
            </a:lvl6pPr>
            <a:lvl7pPr lvl="6" algn="l">
              <a:lnSpc>
                <a:spcPct val="115000"/>
              </a:lnSpc>
              <a:spcBef>
                <a:spcPts val="1000"/>
              </a:spcBef>
              <a:spcAft>
                <a:spcPts val="0"/>
              </a:spcAft>
              <a:buClr>
                <a:srgbClr val="FFFFFF"/>
              </a:buClr>
              <a:buSzPts val="1400"/>
              <a:buNone/>
              <a:defRPr b="1">
                <a:solidFill>
                  <a:srgbClr val="FFFFFF"/>
                </a:solidFill>
              </a:defRPr>
            </a:lvl7pPr>
            <a:lvl8pPr lvl="7" algn="l">
              <a:lnSpc>
                <a:spcPct val="115000"/>
              </a:lnSpc>
              <a:spcBef>
                <a:spcPts val="1000"/>
              </a:spcBef>
              <a:spcAft>
                <a:spcPts val="0"/>
              </a:spcAft>
              <a:buClr>
                <a:srgbClr val="FFFFFF"/>
              </a:buClr>
              <a:buSzPts val="1400"/>
              <a:buNone/>
              <a:defRPr b="1">
                <a:solidFill>
                  <a:srgbClr val="FFFFFF"/>
                </a:solidFill>
              </a:defRPr>
            </a:lvl8pPr>
            <a:lvl9pPr lvl="8" algn="l">
              <a:lnSpc>
                <a:spcPct val="115000"/>
              </a:lnSpc>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White">
  <p:cSld name="Quote - Violet_1_1_1_3">
    <p:bg>
      <p:bgPr>
        <a:solidFill>
          <a:schemeClr val="lt1"/>
        </a:solidFill>
      </p:bgPr>
    </p:bg>
    <p:spTree>
      <p:nvGrpSpPr>
        <p:cNvPr id="263" name="Shape 263"/>
        <p:cNvGrpSpPr/>
        <p:nvPr/>
      </p:nvGrpSpPr>
      <p:grpSpPr>
        <a:xfrm>
          <a:off x="0" y="0"/>
          <a:ext cx="0" cy="0"/>
          <a:chOff x="0" y="0"/>
          <a:chExt cx="0" cy="0"/>
        </a:xfrm>
      </p:grpSpPr>
      <p:sp>
        <p:nvSpPr>
          <p:cNvPr id="264" name="Google Shape;264;p32"/>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4200"/>
              <a:buNone/>
              <a:defRPr sz="4200" cap="none">
                <a:solidFill>
                  <a:schemeClr val="dk1"/>
                </a:solidFill>
              </a:defRPr>
            </a:lvl1pPr>
            <a:lvl2pPr indent="-342900" lvl="1" marL="914400" algn="l">
              <a:lnSpc>
                <a:spcPct val="100000"/>
              </a:lnSpc>
              <a:spcBef>
                <a:spcPts val="1000"/>
              </a:spcBef>
              <a:spcAft>
                <a:spcPts val="0"/>
              </a:spcAft>
              <a:buClr>
                <a:schemeClr val="dk1"/>
              </a:buClr>
              <a:buSzPts val="1800"/>
              <a:buChar char="•"/>
              <a:defRPr>
                <a:solidFill>
                  <a:schemeClr val="dk1"/>
                </a:solidFill>
              </a:defRPr>
            </a:lvl2pPr>
            <a:lvl3pPr indent="-342900" lvl="2" marL="1371600" algn="l">
              <a:lnSpc>
                <a:spcPct val="100000"/>
              </a:lnSpc>
              <a:spcBef>
                <a:spcPts val="1000"/>
              </a:spcBef>
              <a:spcAft>
                <a:spcPts val="0"/>
              </a:spcAft>
              <a:buClr>
                <a:schemeClr val="dk1"/>
              </a:buClr>
              <a:buSzPts val="1800"/>
              <a:buChar char="•"/>
              <a:defRPr>
                <a:solidFill>
                  <a:schemeClr val="dk1"/>
                </a:solidFill>
              </a:defRPr>
            </a:lvl3pPr>
            <a:lvl4pPr indent="-342900" lvl="3" marL="1828800" algn="l">
              <a:lnSpc>
                <a:spcPct val="100000"/>
              </a:lnSpc>
              <a:spcBef>
                <a:spcPts val="1000"/>
              </a:spcBef>
              <a:spcAft>
                <a:spcPts val="0"/>
              </a:spcAft>
              <a:buClr>
                <a:schemeClr val="dk1"/>
              </a:buClr>
              <a:buSzPts val="1800"/>
              <a:buChar char="•"/>
              <a:defRPr>
                <a:solidFill>
                  <a:schemeClr val="dk1"/>
                </a:solidFill>
              </a:defRPr>
            </a:lvl4pPr>
            <a:lvl5pPr indent="-342900" lvl="4" marL="2286000" algn="l">
              <a:lnSpc>
                <a:spcPct val="100000"/>
              </a:lnSpc>
              <a:spcBef>
                <a:spcPts val="1000"/>
              </a:spcBef>
              <a:spcAft>
                <a:spcPts val="0"/>
              </a:spcAft>
              <a:buClr>
                <a:schemeClr val="dk1"/>
              </a:buClr>
              <a:buSzPts val="1800"/>
              <a:buChar char="•"/>
              <a:defRPr>
                <a:solidFill>
                  <a:schemeClr val="dk1"/>
                </a:solidFill>
              </a:defRPr>
            </a:lvl5pPr>
            <a:lvl6pPr indent="-342900" lvl="5" marL="2743200" algn="l">
              <a:lnSpc>
                <a:spcPct val="100000"/>
              </a:lnSpc>
              <a:spcBef>
                <a:spcPts val="1000"/>
              </a:spcBef>
              <a:spcAft>
                <a:spcPts val="0"/>
              </a:spcAft>
              <a:buClr>
                <a:schemeClr val="dk1"/>
              </a:buClr>
              <a:buSzPts val="1800"/>
              <a:buChar char="•"/>
              <a:defRPr>
                <a:solidFill>
                  <a:schemeClr val="dk1"/>
                </a:solidFill>
              </a:defRPr>
            </a:lvl6pPr>
            <a:lvl7pPr indent="-342900" lvl="6" marL="3200400" algn="l">
              <a:lnSpc>
                <a:spcPct val="100000"/>
              </a:lnSpc>
              <a:spcBef>
                <a:spcPts val="1000"/>
              </a:spcBef>
              <a:spcAft>
                <a:spcPts val="0"/>
              </a:spcAft>
              <a:buClr>
                <a:schemeClr val="dk1"/>
              </a:buClr>
              <a:buSzPts val="1800"/>
              <a:buChar char="•"/>
              <a:defRPr>
                <a:solidFill>
                  <a:schemeClr val="dk1"/>
                </a:solidFill>
              </a:defRPr>
            </a:lvl7pPr>
            <a:lvl8pPr indent="-342900" lvl="7" marL="3657600" algn="l">
              <a:lnSpc>
                <a:spcPct val="100000"/>
              </a:lnSpc>
              <a:spcBef>
                <a:spcPts val="1000"/>
              </a:spcBef>
              <a:spcAft>
                <a:spcPts val="0"/>
              </a:spcAft>
              <a:buClr>
                <a:schemeClr val="dk1"/>
              </a:buClr>
              <a:buSzPts val="1800"/>
              <a:buChar char="•"/>
              <a:defRPr>
                <a:solidFill>
                  <a:schemeClr val="dk1"/>
                </a:solidFill>
              </a:defRPr>
            </a:lvl8pPr>
            <a:lvl9pPr indent="-342900" lvl="8" marL="4114800" algn="l">
              <a:lnSpc>
                <a:spcPct val="100000"/>
              </a:lnSpc>
              <a:spcBef>
                <a:spcPts val="1000"/>
              </a:spcBef>
              <a:spcAft>
                <a:spcPts val="1000"/>
              </a:spcAft>
              <a:buClr>
                <a:schemeClr val="dk1"/>
              </a:buClr>
              <a:buSzPts val="1800"/>
              <a:buChar char="•"/>
              <a:defRPr>
                <a:solidFill>
                  <a:schemeClr val="dk1"/>
                </a:solidFill>
              </a:defRPr>
            </a:lvl9pPr>
          </a:lstStyle>
          <a:p/>
        </p:txBody>
      </p:sp>
      <p:grpSp>
        <p:nvGrpSpPr>
          <p:cNvPr id="265" name="Google Shape;265;p32"/>
          <p:cNvGrpSpPr/>
          <p:nvPr/>
        </p:nvGrpSpPr>
        <p:grpSpPr>
          <a:xfrm>
            <a:off x="457209" y="474129"/>
            <a:ext cx="1177786" cy="857849"/>
            <a:chOff x="865451" y="2114550"/>
            <a:chExt cx="3399093" cy="2475755"/>
          </a:xfrm>
        </p:grpSpPr>
        <p:sp>
          <p:nvSpPr>
            <p:cNvPr id="266" name="Google Shape;266;p32"/>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67" name="Google Shape;267;p32"/>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
        <p:nvSpPr>
          <p:cNvPr id="268" name="Google Shape;268;p32"/>
          <p:cNvSpPr txBox="1"/>
          <p:nvPr>
            <p:ph idx="2" type="subTitle"/>
          </p:nvPr>
        </p:nvSpPr>
        <p:spPr>
          <a:xfrm>
            <a:off x="365755" y="4023360"/>
            <a:ext cx="4206300" cy="274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600"/>
              <a:buNone/>
              <a:defRPr b="1" sz="1600">
                <a:solidFill>
                  <a:srgbClr val="5B5B5B"/>
                </a:solidFill>
              </a:defRPr>
            </a:lvl1pPr>
            <a:lvl2pPr lvl="1" algn="l">
              <a:lnSpc>
                <a:spcPct val="115000"/>
              </a:lnSpc>
              <a:spcBef>
                <a:spcPts val="1000"/>
              </a:spcBef>
              <a:spcAft>
                <a:spcPts val="0"/>
              </a:spcAft>
              <a:buClr>
                <a:srgbClr val="5B5B5B"/>
              </a:buClr>
              <a:buSzPts val="1800"/>
              <a:buNone/>
              <a:defRPr b="1">
                <a:solidFill>
                  <a:srgbClr val="5B5B5B"/>
                </a:solidFill>
              </a:defRPr>
            </a:lvl2pPr>
            <a:lvl3pPr lvl="2" algn="l">
              <a:lnSpc>
                <a:spcPct val="115000"/>
              </a:lnSpc>
              <a:spcBef>
                <a:spcPts val="1000"/>
              </a:spcBef>
              <a:spcAft>
                <a:spcPts val="0"/>
              </a:spcAft>
              <a:buClr>
                <a:srgbClr val="5B5B5B"/>
              </a:buClr>
              <a:buSzPts val="1400"/>
              <a:buNone/>
              <a:defRPr b="1">
                <a:solidFill>
                  <a:srgbClr val="5B5B5B"/>
                </a:solidFill>
              </a:defRPr>
            </a:lvl3pPr>
            <a:lvl4pPr lvl="3" algn="l">
              <a:lnSpc>
                <a:spcPct val="115000"/>
              </a:lnSpc>
              <a:spcBef>
                <a:spcPts val="1000"/>
              </a:spcBef>
              <a:spcAft>
                <a:spcPts val="0"/>
              </a:spcAft>
              <a:buClr>
                <a:srgbClr val="5B5B5B"/>
              </a:buClr>
              <a:buSzPts val="1400"/>
              <a:buNone/>
              <a:defRPr b="1">
                <a:solidFill>
                  <a:srgbClr val="5B5B5B"/>
                </a:solidFill>
              </a:defRPr>
            </a:lvl4pPr>
            <a:lvl5pPr lvl="4" algn="l">
              <a:lnSpc>
                <a:spcPct val="115000"/>
              </a:lnSpc>
              <a:spcBef>
                <a:spcPts val="1000"/>
              </a:spcBef>
              <a:spcAft>
                <a:spcPts val="0"/>
              </a:spcAft>
              <a:buClr>
                <a:srgbClr val="5B5B5B"/>
              </a:buClr>
              <a:buSzPts val="1400"/>
              <a:buNone/>
              <a:defRPr b="1">
                <a:solidFill>
                  <a:srgbClr val="5B5B5B"/>
                </a:solidFill>
              </a:defRPr>
            </a:lvl5pPr>
            <a:lvl6pPr lvl="5" algn="l">
              <a:lnSpc>
                <a:spcPct val="115000"/>
              </a:lnSpc>
              <a:spcBef>
                <a:spcPts val="1000"/>
              </a:spcBef>
              <a:spcAft>
                <a:spcPts val="0"/>
              </a:spcAft>
              <a:buClr>
                <a:srgbClr val="5B5B5B"/>
              </a:buClr>
              <a:buSzPts val="1400"/>
              <a:buNone/>
              <a:defRPr b="1">
                <a:solidFill>
                  <a:srgbClr val="5B5B5B"/>
                </a:solidFill>
              </a:defRPr>
            </a:lvl6pPr>
            <a:lvl7pPr lvl="6" algn="l">
              <a:lnSpc>
                <a:spcPct val="115000"/>
              </a:lnSpc>
              <a:spcBef>
                <a:spcPts val="1000"/>
              </a:spcBef>
              <a:spcAft>
                <a:spcPts val="0"/>
              </a:spcAft>
              <a:buClr>
                <a:srgbClr val="5B5B5B"/>
              </a:buClr>
              <a:buSzPts val="1400"/>
              <a:buNone/>
              <a:defRPr b="1">
                <a:solidFill>
                  <a:srgbClr val="5B5B5B"/>
                </a:solidFill>
              </a:defRPr>
            </a:lvl7pPr>
            <a:lvl8pPr lvl="7" algn="l">
              <a:lnSpc>
                <a:spcPct val="115000"/>
              </a:lnSpc>
              <a:spcBef>
                <a:spcPts val="1000"/>
              </a:spcBef>
              <a:spcAft>
                <a:spcPts val="0"/>
              </a:spcAft>
              <a:buClr>
                <a:srgbClr val="5B5B5B"/>
              </a:buClr>
              <a:buSzPts val="1400"/>
              <a:buNone/>
              <a:defRPr b="1">
                <a:solidFill>
                  <a:srgbClr val="5B5B5B"/>
                </a:solidFill>
              </a:defRPr>
            </a:lvl8pPr>
            <a:lvl9pPr lvl="8" algn="l">
              <a:lnSpc>
                <a:spcPct val="115000"/>
              </a:lnSpc>
              <a:spcBef>
                <a:spcPts val="1000"/>
              </a:spcBef>
              <a:spcAft>
                <a:spcPts val="1000"/>
              </a:spcAft>
              <a:buClr>
                <a:srgbClr val="5B5B5B"/>
              </a:buClr>
              <a:buSzPts val="1400"/>
              <a:buNone/>
              <a:defRPr b="1">
                <a:solidFill>
                  <a:srgbClr val="5B5B5B"/>
                </a:solidFill>
              </a:defRPr>
            </a:lvl9pPr>
          </a:lstStyle>
          <a:p/>
        </p:txBody>
      </p:sp>
      <p:sp>
        <p:nvSpPr>
          <p:cNvPr id="269" name="Google Shape;269;p3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70" name="Google Shape;270;p3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71" name="Google Shape;271;p3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2022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6550" y="228600"/>
            <a:ext cx="8320200" cy="685800"/>
          </a:xfrm>
          <a:prstGeom prst="rect">
            <a:avLst/>
          </a:prstGeom>
          <a:noFill/>
          <a:ln>
            <a:noFill/>
          </a:ln>
        </p:spPr>
        <p:txBody>
          <a:bodyPr anchorCtr="0" anchor="t" bIns="91425" lIns="91425" spcFirstLastPara="1" rIns="91425" wrap="square" tIns="91425">
            <a:spAutoFit/>
          </a:bodyPr>
          <a:lstStyle>
            <a:lvl1pPr lvl="0" marR="0" rtl="0" algn="l">
              <a:lnSpc>
                <a:spcPct val="105000"/>
              </a:lnSpc>
              <a:spcBef>
                <a:spcPts val="0"/>
              </a:spcBef>
              <a:spcAft>
                <a:spcPts val="0"/>
              </a:spcAft>
              <a:buClr>
                <a:schemeClr val="dk1"/>
              </a:buClr>
              <a:buSzPts val="2600"/>
              <a:buFont typeface="Arial"/>
              <a:buNone/>
              <a:defRPr b="1" i="0" sz="2600" u="none" cap="none" strike="noStrike">
                <a:solidFill>
                  <a:schemeClr val="dk1"/>
                </a:solidFill>
                <a:latin typeface="Arial"/>
                <a:ea typeface="Arial"/>
                <a:cs typeface="Arial"/>
                <a:sym typeface="Arial"/>
              </a:defRPr>
            </a:lvl1pPr>
            <a:lvl2pPr lvl="1"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2pPr>
            <a:lvl3pPr lvl="2"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3pPr>
            <a:lvl4pPr lvl="3"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4pPr>
            <a:lvl5pPr lvl="4"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5pPr>
            <a:lvl6pPr lvl="5"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6pPr>
            <a:lvl7pPr lvl="6"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7pPr>
            <a:lvl8pPr lvl="7"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8pPr>
            <a:lvl9pPr lvl="8" marR="0" rtl="0" algn="l">
              <a:lnSpc>
                <a:spcPct val="105000"/>
              </a:lnSpc>
              <a:spcBef>
                <a:spcPts val="1000"/>
              </a:spcBef>
              <a:spcAft>
                <a:spcPts val="100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9pPr>
          </a:lstStyle>
          <a:p/>
        </p:txBody>
      </p:sp>
      <p:sp>
        <p:nvSpPr>
          <p:cNvPr id="7" name="Google Shape;7;p1"/>
          <p:cNvSpPr txBox="1"/>
          <p:nvPr>
            <p:ph idx="1" type="body"/>
          </p:nvPr>
        </p:nvSpPr>
        <p:spPr>
          <a:xfrm>
            <a:off x="365750" y="1280150"/>
            <a:ext cx="8320200" cy="3406200"/>
          </a:xfrm>
          <a:prstGeom prst="rect">
            <a:avLst/>
          </a:prstGeom>
          <a:noFill/>
          <a:ln>
            <a:noFill/>
          </a:ln>
        </p:spPr>
        <p:txBody>
          <a:bodyPr anchorCtr="0" anchor="t" bIns="91425" lIns="91425" spcFirstLastPara="1" rIns="91425" wrap="square" tIns="91425">
            <a:spAutoFit/>
          </a:bodyPr>
          <a:lstStyle>
            <a:lvl1pPr indent="-342900" lvl="0" marL="457200" marR="0" rtl="0" algn="l">
              <a:lnSpc>
                <a:spcPct val="115000"/>
              </a:lnSpc>
              <a:spcBef>
                <a:spcPts val="0"/>
              </a:spcBef>
              <a:spcAft>
                <a:spcPts val="0"/>
              </a:spcAft>
              <a:buClr>
                <a:schemeClr val="accent1"/>
              </a:buClr>
              <a:buSzPts val="1800"/>
              <a:buFont typeface="Arial"/>
              <a:buChar char="•"/>
              <a:defRPr b="0" i="0" sz="1800" u="none" cap="none" strike="noStrike">
                <a:solidFill>
                  <a:srgbClr val="5B5B5B"/>
                </a:solidFill>
                <a:latin typeface="Arial"/>
                <a:ea typeface="Arial"/>
                <a:cs typeface="Arial"/>
                <a:sym typeface="Arial"/>
              </a:defRPr>
            </a:lvl1pPr>
            <a:lvl2pPr indent="-342900" lvl="1" marL="914400" marR="0" rtl="0" algn="l">
              <a:lnSpc>
                <a:spcPct val="115000"/>
              </a:lnSpc>
              <a:spcBef>
                <a:spcPts val="1000"/>
              </a:spcBef>
              <a:spcAft>
                <a:spcPts val="0"/>
              </a:spcAft>
              <a:buClr>
                <a:schemeClr val="accent1"/>
              </a:buClr>
              <a:buSzPts val="1800"/>
              <a:buFont typeface="Arial"/>
              <a:buChar char="•"/>
              <a:defRPr b="0" i="0" sz="1800" u="none" cap="none" strike="noStrike">
                <a:solidFill>
                  <a:srgbClr val="5B5B5B"/>
                </a:solidFill>
                <a:latin typeface="Arial"/>
                <a:ea typeface="Arial"/>
                <a:cs typeface="Arial"/>
                <a:sym typeface="Arial"/>
              </a:defRPr>
            </a:lvl2pPr>
            <a:lvl3pPr indent="-317500" lvl="2" marL="13716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3pPr>
            <a:lvl4pPr indent="-317500" lvl="3" marL="18288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4pPr>
            <a:lvl5pPr indent="-317500" lvl="4" marL="22860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5pPr>
            <a:lvl6pPr indent="-317500" lvl="5" marL="27432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6pPr>
            <a:lvl7pPr indent="-317500" lvl="6" marL="32004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7pPr>
            <a:lvl8pPr indent="-317500" lvl="7" marL="36576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8pPr>
            <a:lvl9pPr indent="-317500" lvl="8" marL="4114800" marR="0" rtl="0" algn="l">
              <a:lnSpc>
                <a:spcPct val="115000"/>
              </a:lnSpc>
              <a:spcBef>
                <a:spcPts val="1000"/>
              </a:spcBef>
              <a:spcAft>
                <a:spcPts val="1000"/>
              </a:spcAft>
              <a:buClr>
                <a:schemeClr val="accent1"/>
              </a:buClr>
              <a:buSzPts val="1400"/>
              <a:buFont typeface="Arial"/>
              <a:buChar char="•"/>
              <a:defRPr b="0" i="0" sz="1400" u="none" cap="none" strike="noStrike">
                <a:solidFill>
                  <a:srgbClr val="5B5B5B"/>
                </a:solidFill>
                <a:latin typeface="Arial"/>
                <a:ea typeface="Arial"/>
                <a:cs typeface="Arial"/>
                <a:sym typeface="Arial"/>
              </a:defRPr>
            </a:lvl9pPr>
          </a:lstStyle>
          <a:p/>
        </p:txBody>
      </p:sp>
      <p:sp>
        <p:nvSpPr>
          <p:cNvPr id="8" name="Google Shape;8;p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mc:AlternateContent>
    <mc:Choice Requires="p14">
      <p:transition spd="med" p14:dur="600">
        <p:fade/>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403">
          <p15:clr>
            <a:srgbClr val="F26B43"/>
          </p15:clr>
        </p15:guide>
        <p15:guide id="3" orient="horz" pos="1620">
          <p15:clr>
            <a:srgbClr val="EA4335"/>
          </p15:clr>
        </p15:guide>
        <p15:guide id="4" orient="horz" pos="2952">
          <p15:clr>
            <a:srgbClr val="F26B43"/>
          </p15:clr>
        </p15:guide>
        <p15:guide id="5" pos="288">
          <p15:clr>
            <a:srgbClr val="EA4335"/>
          </p15:clr>
        </p15:guide>
        <p15:guide id="6" pos="5472">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docs.google.com/spreadsheets/d/1g776V4tNOopHP_6tqeC_RRV2yiJghZaXCqfdvWqkEF8/edit?gid=1144262274#gid=1144262274" TargetMode="Externa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75" name="Shape 275"/>
        <p:cNvGrpSpPr/>
        <p:nvPr/>
      </p:nvGrpSpPr>
      <p:grpSpPr>
        <a:xfrm>
          <a:off x="0" y="0"/>
          <a:ext cx="0" cy="0"/>
          <a:chOff x="0" y="0"/>
          <a:chExt cx="0" cy="0"/>
        </a:xfrm>
      </p:grpSpPr>
      <p:sp>
        <p:nvSpPr>
          <p:cNvPr id="276" name="Google Shape;276;p33"/>
          <p:cNvSpPr/>
          <p:nvPr/>
        </p:nvSpPr>
        <p:spPr>
          <a:xfrm>
            <a:off x="6097525" y="0"/>
            <a:ext cx="3046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33"/>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Autofit/>
          </a:bodyPr>
          <a:lstStyle/>
          <a:p>
            <a:pPr indent="0" lvl="0" marL="0" rtl="0" algn="l">
              <a:lnSpc>
                <a:spcPct val="74000"/>
              </a:lnSpc>
              <a:spcBef>
                <a:spcPts val="0"/>
              </a:spcBef>
              <a:spcAft>
                <a:spcPts val="0"/>
              </a:spcAft>
              <a:buSzPts val="4400"/>
              <a:buNone/>
            </a:pPr>
            <a:r>
              <a:rPr lang="en"/>
              <a:t>DEAL REVIEW [CLIENT]</a:t>
            </a:r>
            <a:endParaRPr/>
          </a:p>
        </p:txBody>
      </p:sp>
      <p:sp>
        <p:nvSpPr>
          <p:cNvPr id="278" name="Google Shape;278;p33"/>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1000"/>
              </a:spcAft>
              <a:buSzPts val="1800"/>
              <a:buNone/>
            </a:pPr>
            <a:r>
              <a:rPr lang="en"/>
              <a:t>SERVICES DELIVERY</a:t>
            </a:r>
            <a:endParaRPr/>
          </a:p>
        </p:txBody>
      </p:sp>
      <p:sp>
        <p:nvSpPr>
          <p:cNvPr id="279" name="Google Shape;279;p33"/>
          <p:cNvSpPr txBox="1"/>
          <p:nvPr>
            <p:ph idx="3" type="title"/>
          </p:nvPr>
        </p:nvSpPr>
        <p:spPr>
          <a:xfrm>
            <a:off x="366600" y="4231518"/>
            <a:ext cx="4205400" cy="506775"/>
          </a:xfrm>
          <a:prstGeom prst="rect">
            <a:avLst/>
          </a:prstGeom>
          <a:noFill/>
          <a:ln>
            <a:noFill/>
          </a:ln>
        </p:spPr>
        <p:txBody>
          <a:bodyPr anchorCtr="0" anchor="b" bIns="91425" lIns="91425" spcFirstLastPara="1" rIns="91425" wrap="square" tIns="91425">
            <a:spAutoFit/>
          </a:bodyPr>
          <a:lstStyle/>
          <a:p>
            <a:pPr indent="0" lvl="0" marL="0" rtl="0" algn="l">
              <a:lnSpc>
                <a:spcPct val="90000"/>
              </a:lnSpc>
              <a:spcBef>
                <a:spcPts val="0"/>
              </a:spcBef>
              <a:spcAft>
                <a:spcPts val="1000"/>
              </a:spcAft>
              <a:buSzPts val="1400"/>
              <a:buNone/>
            </a:pPr>
            <a:r>
              <a:rPr lang="en"/>
              <a:t>[AUTHOR] | [DATE]</a:t>
            </a:r>
            <a:endParaRPr/>
          </a:p>
        </p:txBody>
      </p:sp>
      <p:sp>
        <p:nvSpPr>
          <p:cNvPr id="280" name="Google Shape;280;p33"/>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en"/>
              <a:t>‹#›</a:t>
            </a:fld>
            <a:endParaRPr/>
          </a:p>
        </p:txBody>
      </p:sp>
      <p:sp>
        <p:nvSpPr>
          <p:cNvPr id="281" name="Google Shape;281;p33"/>
          <p:cNvSpPr txBox="1"/>
          <p:nvPr>
            <p:ph idx="3" type="title"/>
          </p:nvPr>
        </p:nvSpPr>
        <p:spPr>
          <a:xfrm>
            <a:off x="3616050" y="4804200"/>
            <a:ext cx="1911900" cy="274200"/>
          </a:xfrm>
          <a:prstGeom prst="rect">
            <a:avLst/>
          </a:prstGeom>
          <a:noFill/>
          <a:ln>
            <a:noFill/>
          </a:ln>
        </p:spPr>
        <p:txBody>
          <a:bodyPr anchorCtr="0" anchor="b" bIns="91425" lIns="91425" spcFirstLastPara="1" rIns="91425" wrap="square" tIns="91425">
            <a:noAutofit/>
          </a:bodyPr>
          <a:lstStyle/>
          <a:p>
            <a:pPr indent="0" lvl="0" marL="0" rtl="0" algn="ctr">
              <a:lnSpc>
                <a:spcPct val="90000"/>
              </a:lnSpc>
              <a:spcBef>
                <a:spcPts val="0"/>
              </a:spcBef>
              <a:spcAft>
                <a:spcPts val="0"/>
              </a:spcAft>
              <a:buSzPts val="1400"/>
              <a:buNone/>
            </a:pPr>
            <a:r>
              <a:rPr lang="en" sz="800">
                <a:solidFill>
                  <a:srgbClr val="A20000"/>
                </a:solidFill>
              </a:rPr>
              <a:t>This deck is for internal use only</a:t>
            </a:r>
            <a:endParaRPr sz="800">
              <a:solidFill>
                <a:srgbClr val="A2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4"/>
          <p:cNvSpPr txBox="1"/>
          <p:nvPr>
            <p:ph idx="1" type="body"/>
          </p:nvPr>
        </p:nvSpPr>
        <p:spPr>
          <a:xfrm>
            <a:off x="365750" y="228600"/>
            <a:ext cx="1926000" cy="6858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1000"/>
              </a:spcAft>
              <a:buSzPts val="2600"/>
              <a:buNone/>
            </a:pPr>
            <a:r>
              <a:rPr lang="en"/>
              <a:t>Agenda</a:t>
            </a:r>
            <a:endParaRPr/>
          </a:p>
        </p:txBody>
      </p:sp>
      <p:sp>
        <p:nvSpPr>
          <p:cNvPr id="287" name="Google Shape;287;p34"/>
          <p:cNvSpPr txBox="1"/>
          <p:nvPr>
            <p:ph idx="2" type="body"/>
          </p:nvPr>
        </p:nvSpPr>
        <p:spPr>
          <a:xfrm>
            <a:off x="3281375" y="914400"/>
            <a:ext cx="5405400" cy="3454200"/>
          </a:xfrm>
          <a:prstGeom prst="rect">
            <a:avLst/>
          </a:prstGeom>
          <a:noFill/>
          <a:ln>
            <a:noFill/>
          </a:ln>
        </p:spPr>
        <p:txBody>
          <a:bodyPr anchorCtr="0" anchor="ctr" bIns="91425" lIns="0" spcFirstLastPara="1" rIns="91425" wrap="square" tIns="91425">
            <a:noAutofit/>
          </a:bodyPr>
          <a:lstStyle/>
          <a:p>
            <a:pPr indent="0" lvl="0" marL="0" rtl="0" algn="l">
              <a:lnSpc>
                <a:spcPct val="150000"/>
              </a:lnSpc>
              <a:spcBef>
                <a:spcPts val="0"/>
              </a:spcBef>
              <a:spcAft>
                <a:spcPts val="0"/>
              </a:spcAft>
              <a:buSzPts val="1800"/>
              <a:buNone/>
            </a:pPr>
            <a:r>
              <a:rPr lang="en"/>
              <a:t>Executive Summary</a:t>
            </a:r>
            <a:endParaRPr/>
          </a:p>
          <a:p>
            <a:pPr indent="0" lvl="0" marL="0" rtl="0" algn="l">
              <a:lnSpc>
                <a:spcPct val="150000"/>
              </a:lnSpc>
              <a:spcBef>
                <a:spcPts val="0"/>
              </a:spcBef>
              <a:spcAft>
                <a:spcPts val="0"/>
              </a:spcAft>
              <a:buSzPts val="1800"/>
              <a:buNone/>
            </a:pPr>
            <a:r>
              <a:rPr lang="en"/>
              <a:t>Our Understanding</a:t>
            </a:r>
            <a:endParaRPr/>
          </a:p>
          <a:p>
            <a:pPr indent="0" lvl="0" marL="0" rtl="0" algn="l">
              <a:lnSpc>
                <a:spcPct val="150000"/>
              </a:lnSpc>
              <a:spcBef>
                <a:spcPts val="0"/>
              </a:spcBef>
              <a:spcAft>
                <a:spcPts val="0"/>
              </a:spcAft>
              <a:buSzPts val="1800"/>
              <a:buNone/>
            </a:pPr>
            <a:r>
              <a:rPr lang="en"/>
              <a:t>Methodology &amp; Engagement Approach</a:t>
            </a:r>
            <a:endParaRPr/>
          </a:p>
          <a:p>
            <a:pPr indent="0" lvl="0" marL="0" rtl="0" algn="l">
              <a:lnSpc>
                <a:spcPct val="150000"/>
              </a:lnSpc>
              <a:spcBef>
                <a:spcPts val="0"/>
              </a:spcBef>
              <a:spcAft>
                <a:spcPts val="0"/>
              </a:spcAft>
              <a:buSzPts val="1800"/>
              <a:buNone/>
            </a:pPr>
            <a:r>
              <a:rPr lang="en"/>
              <a:t>Scope</a:t>
            </a:r>
            <a:endParaRPr/>
          </a:p>
          <a:p>
            <a:pPr indent="0" lvl="0" marL="0" rtl="0" algn="l">
              <a:lnSpc>
                <a:spcPct val="150000"/>
              </a:lnSpc>
              <a:spcBef>
                <a:spcPts val="0"/>
              </a:spcBef>
              <a:spcAft>
                <a:spcPts val="0"/>
              </a:spcAft>
              <a:buSzPts val="1800"/>
              <a:buNone/>
            </a:pPr>
            <a:r>
              <a:rPr lang="en"/>
              <a:t>Timeline with Key Milestones</a:t>
            </a:r>
            <a:endParaRPr/>
          </a:p>
          <a:p>
            <a:pPr indent="0" lvl="0" marL="0" rtl="0" algn="l">
              <a:lnSpc>
                <a:spcPct val="150000"/>
              </a:lnSpc>
              <a:spcBef>
                <a:spcPts val="0"/>
              </a:spcBef>
              <a:spcAft>
                <a:spcPts val="0"/>
              </a:spcAft>
              <a:buSzPts val="1800"/>
              <a:buNone/>
            </a:pPr>
            <a:r>
              <a:rPr lang="en"/>
              <a:t>Detailed RACI</a:t>
            </a:r>
            <a:endParaRPr/>
          </a:p>
          <a:p>
            <a:pPr indent="0" lvl="0" marL="0" rtl="0" algn="l">
              <a:lnSpc>
                <a:spcPct val="150000"/>
              </a:lnSpc>
              <a:spcBef>
                <a:spcPts val="0"/>
              </a:spcBef>
              <a:spcAft>
                <a:spcPts val="0"/>
              </a:spcAft>
              <a:buSzPts val="1800"/>
              <a:buNone/>
            </a:pPr>
            <a:r>
              <a:rPr lang="en"/>
              <a:t>Governance Cadence</a:t>
            </a:r>
            <a:endParaRPr/>
          </a:p>
          <a:p>
            <a:pPr indent="0" lvl="0" marL="0" rtl="0" algn="l">
              <a:lnSpc>
                <a:spcPct val="150000"/>
              </a:lnSpc>
              <a:spcBef>
                <a:spcPts val="0"/>
              </a:spcBef>
              <a:spcAft>
                <a:spcPts val="0"/>
              </a:spcAft>
              <a:buSzPts val="1800"/>
              <a:buNone/>
            </a:pPr>
            <a:r>
              <a:rPr lang="en"/>
              <a:t>Commercials</a:t>
            </a:r>
            <a:endParaRPr/>
          </a:p>
          <a:p>
            <a:pPr indent="0" lvl="0" marL="0" rtl="0" algn="l">
              <a:lnSpc>
                <a:spcPct val="150000"/>
              </a:lnSpc>
              <a:spcBef>
                <a:spcPts val="0"/>
              </a:spcBef>
              <a:spcAft>
                <a:spcPts val="0"/>
              </a:spcAft>
              <a:buSzPts val="1800"/>
              <a:buNone/>
            </a:pPr>
            <a:r>
              <a:rPr lang="en"/>
              <a:t>Assumptions &amp; Risks</a:t>
            </a:r>
            <a:endParaRPr/>
          </a:p>
          <a:p>
            <a:pPr indent="0" lvl="0" marL="0" rtl="0" algn="l">
              <a:lnSpc>
                <a:spcPct val="150000"/>
              </a:lnSpc>
              <a:spcBef>
                <a:spcPts val="0"/>
              </a:spcBef>
              <a:spcAft>
                <a:spcPts val="0"/>
              </a:spcAft>
              <a:buSzPts val="1800"/>
              <a:buNone/>
            </a:pPr>
            <a:r>
              <a:t/>
            </a:r>
            <a:endParaRPr/>
          </a:p>
        </p:txBody>
      </p:sp>
      <p:sp>
        <p:nvSpPr>
          <p:cNvPr id="288" name="Google Shape;288;p34"/>
          <p:cNvSpPr/>
          <p:nvPr/>
        </p:nvSpPr>
        <p:spPr>
          <a:xfrm>
            <a:off x="2951126" y="1524278"/>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
        <p:nvSpPr>
          <p:cNvPr id="289" name="Google Shape;289;p34"/>
          <p:cNvSpPr/>
          <p:nvPr/>
        </p:nvSpPr>
        <p:spPr>
          <a:xfrm>
            <a:off x="2951126" y="1933036"/>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
        <p:nvSpPr>
          <p:cNvPr id="290" name="Google Shape;290;p34"/>
          <p:cNvSpPr/>
          <p:nvPr/>
        </p:nvSpPr>
        <p:spPr>
          <a:xfrm>
            <a:off x="2951126" y="2341793"/>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
        <p:nvSpPr>
          <p:cNvPr id="291" name="Google Shape;291;p34"/>
          <p:cNvSpPr/>
          <p:nvPr/>
        </p:nvSpPr>
        <p:spPr>
          <a:xfrm>
            <a:off x="2951126" y="2750551"/>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
        <p:nvSpPr>
          <p:cNvPr id="292" name="Google Shape;292;p34"/>
          <p:cNvSpPr/>
          <p:nvPr/>
        </p:nvSpPr>
        <p:spPr>
          <a:xfrm>
            <a:off x="2951126" y="3159308"/>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
        <p:nvSpPr>
          <p:cNvPr id="293" name="Google Shape;293;p34"/>
          <p:cNvSpPr/>
          <p:nvPr/>
        </p:nvSpPr>
        <p:spPr>
          <a:xfrm>
            <a:off x="2951126" y="1115520"/>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
        <p:nvSpPr>
          <p:cNvPr id="294" name="Google Shape;294;p34"/>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en"/>
              <a:t>‹#›</a:t>
            </a:fld>
            <a:endParaRPr/>
          </a:p>
        </p:txBody>
      </p:sp>
      <p:sp>
        <p:nvSpPr>
          <p:cNvPr id="295" name="Google Shape;295;p34"/>
          <p:cNvSpPr/>
          <p:nvPr/>
        </p:nvSpPr>
        <p:spPr>
          <a:xfrm>
            <a:off x="2951125" y="706763"/>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
        <p:nvSpPr>
          <p:cNvPr id="296" name="Google Shape;296;p34"/>
          <p:cNvSpPr/>
          <p:nvPr/>
        </p:nvSpPr>
        <p:spPr>
          <a:xfrm>
            <a:off x="2951125" y="3568066"/>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
        <p:nvSpPr>
          <p:cNvPr id="297" name="Google Shape;297;p34"/>
          <p:cNvSpPr/>
          <p:nvPr/>
        </p:nvSpPr>
        <p:spPr>
          <a:xfrm>
            <a:off x="2951125" y="3958641"/>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5"/>
          <p:cNvSpPr txBox="1"/>
          <p:nvPr>
            <p:ph idx="1" type="body"/>
          </p:nvPr>
        </p:nvSpPr>
        <p:spPr>
          <a:xfrm>
            <a:off x="365750" y="860000"/>
            <a:ext cx="83211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600"/>
              </a:spcAft>
              <a:buSzPts val="1800"/>
              <a:buNone/>
            </a:pPr>
            <a:r>
              <a:rPr lang="en" sz="1200">
                <a:solidFill>
                  <a:srgbClr val="000000"/>
                </a:solidFill>
              </a:rPr>
              <a:t>{{exec_summary}}</a:t>
            </a:r>
            <a:endParaRPr sz="1900"/>
          </a:p>
        </p:txBody>
      </p:sp>
      <p:sp>
        <p:nvSpPr>
          <p:cNvPr id="303" name="Google Shape;303;p35"/>
          <p:cNvSpPr txBox="1"/>
          <p:nvPr>
            <p:ph type="title"/>
          </p:nvPr>
        </p:nvSpPr>
        <p:spPr>
          <a:xfrm>
            <a:off x="365750" y="228600"/>
            <a:ext cx="8321100" cy="5850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000"/>
              </a:spcAft>
              <a:buSzPts val="2600"/>
              <a:buNone/>
            </a:pPr>
            <a:r>
              <a:rPr lang="en"/>
              <a:t>Executive Summary</a:t>
            </a:r>
            <a:endParaRPr/>
          </a:p>
        </p:txBody>
      </p:sp>
      <p:sp>
        <p:nvSpPr>
          <p:cNvPr id="304" name="Google Shape;304;p3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en"/>
              <a:t>‹#›</a:t>
            </a:fld>
            <a:endParaRPr/>
          </a:p>
        </p:txBody>
      </p:sp>
      <p:sp>
        <p:nvSpPr>
          <p:cNvPr id="305" name="Google Shape;305;p35"/>
          <p:cNvSpPr txBox="1"/>
          <p:nvPr>
            <p:ph idx="4294967295" type="title"/>
          </p:nvPr>
        </p:nvSpPr>
        <p:spPr>
          <a:xfrm>
            <a:off x="3616050" y="4804200"/>
            <a:ext cx="1911900" cy="307800"/>
          </a:xfrm>
          <a:prstGeom prst="rect">
            <a:avLst/>
          </a:prstGeom>
          <a:noFill/>
          <a:ln>
            <a:noFill/>
          </a:ln>
        </p:spPr>
        <p:txBody>
          <a:bodyPr anchorCtr="0" anchor="t" bIns="91425" lIns="91425" spcFirstLastPara="1" rIns="91425" wrap="square" tIns="91425">
            <a:spAutoFit/>
          </a:bodyPr>
          <a:lstStyle/>
          <a:p>
            <a:pPr indent="0" lvl="0" marL="0" rtl="0" algn="ctr">
              <a:lnSpc>
                <a:spcPct val="105000"/>
              </a:lnSpc>
              <a:spcBef>
                <a:spcPts val="0"/>
              </a:spcBef>
              <a:spcAft>
                <a:spcPts val="0"/>
              </a:spcAft>
              <a:buSzPts val="2600"/>
              <a:buNone/>
            </a:pPr>
            <a:r>
              <a:rPr lang="en" sz="800">
                <a:solidFill>
                  <a:srgbClr val="A20000"/>
                </a:solidFill>
              </a:rPr>
              <a:t>This deck is for internal use only</a:t>
            </a:r>
            <a:endParaRPr sz="800">
              <a:solidFill>
                <a:srgbClr val="A20000"/>
              </a:solidFill>
            </a:endParaRPr>
          </a:p>
        </p:txBody>
      </p:sp>
      <p:sp>
        <p:nvSpPr>
          <p:cNvPr id="306" name="Google Shape;306;p35"/>
          <p:cNvSpPr txBox="1"/>
          <p:nvPr/>
        </p:nvSpPr>
        <p:spPr>
          <a:xfrm>
            <a:off x="328725" y="1654100"/>
            <a:ext cx="2787900" cy="706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rgbClr val="000000"/>
              </a:buClr>
              <a:buSzPts val="1700"/>
              <a:buFont typeface="Arial"/>
              <a:buNone/>
            </a:pPr>
            <a:r>
              <a:rPr b="1" i="0" lang="en" sz="1700" u="none" cap="none" strike="noStrike">
                <a:solidFill>
                  <a:srgbClr val="000000"/>
                </a:solidFill>
                <a:latin typeface="Arial"/>
                <a:ea typeface="Arial"/>
                <a:cs typeface="Arial"/>
                <a:sym typeface="Arial"/>
              </a:rPr>
              <a:t>Current Challenges</a:t>
            </a:r>
            <a:endParaRPr b="1" i="0" sz="1700" u="none" cap="none" strike="noStrike">
              <a:solidFill>
                <a:srgbClr val="000000"/>
              </a:solidFill>
              <a:latin typeface="Arial"/>
              <a:ea typeface="Arial"/>
              <a:cs typeface="Arial"/>
              <a:sym typeface="Arial"/>
            </a:endParaRPr>
          </a:p>
          <a:p>
            <a:pPr indent="-298450" lvl="0" marL="457200" marR="0" rtl="0" algn="l">
              <a:lnSpc>
                <a:spcPct val="115000"/>
              </a:lnSpc>
              <a:spcBef>
                <a:spcPts val="40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{{exec_challenges}}</a:t>
            </a:r>
            <a:endParaRPr b="0" i="0" sz="1100" u="none" cap="none" strike="noStrike">
              <a:solidFill>
                <a:srgbClr val="000000"/>
              </a:solidFill>
              <a:latin typeface="Arial"/>
              <a:ea typeface="Arial"/>
              <a:cs typeface="Arial"/>
              <a:sym typeface="Arial"/>
            </a:endParaRPr>
          </a:p>
        </p:txBody>
      </p:sp>
      <p:sp>
        <p:nvSpPr>
          <p:cNvPr id="307" name="Google Shape;307;p35"/>
          <p:cNvSpPr txBox="1"/>
          <p:nvPr/>
        </p:nvSpPr>
        <p:spPr>
          <a:xfrm>
            <a:off x="3182406" y="1654100"/>
            <a:ext cx="2787900" cy="706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rgbClr val="000000"/>
              </a:buClr>
              <a:buSzPts val="1700"/>
              <a:buFont typeface="Arial"/>
              <a:buNone/>
            </a:pPr>
            <a:r>
              <a:rPr b="1" i="0" lang="en" sz="1700" u="none" cap="none" strike="noStrike">
                <a:solidFill>
                  <a:srgbClr val="000000"/>
                </a:solidFill>
                <a:latin typeface="Arial"/>
                <a:ea typeface="Arial"/>
                <a:cs typeface="Arial"/>
                <a:sym typeface="Arial"/>
              </a:rPr>
              <a:t>Snowflake Solution</a:t>
            </a:r>
            <a:endParaRPr b="1" i="0" sz="1700" u="none" cap="none" strike="noStrike">
              <a:solidFill>
                <a:srgbClr val="000000"/>
              </a:solidFill>
              <a:latin typeface="Arial"/>
              <a:ea typeface="Arial"/>
              <a:cs typeface="Arial"/>
              <a:sym typeface="Arial"/>
            </a:endParaRPr>
          </a:p>
          <a:p>
            <a:pPr indent="-298450" lvl="0" marL="457200" marR="0" rtl="0" algn="l">
              <a:lnSpc>
                <a:spcPct val="115000"/>
              </a:lnSpc>
              <a:spcBef>
                <a:spcPts val="40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{{exec_solution}}</a:t>
            </a:r>
            <a:endParaRPr b="0" i="0" sz="1100" u="none" cap="none" strike="noStrike">
              <a:solidFill>
                <a:srgbClr val="000000"/>
              </a:solidFill>
              <a:latin typeface="Arial"/>
              <a:ea typeface="Arial"/>
              <a:cs typeface="Arial"/>
              <a:sym typeface="Arial"/>
            </a:endParaRPr>
          </a:p>
        </p:txBody>
      </p:sp>
      <p:sp>
        <p:nvSpPr>
          <p:cNvPr id="308" name="Google Shape;308;p35"/>
          <p:cNvSpPr txBox="1"/>
          <p:nvPr/>
        </p:nvSpPr>
        <p:spPr>
          <a:xfrm>
            <a:off x="6036088" y="1654100"/>
            <a:ext cx="2787900" cy="706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rgbClr val="000000"/>
              </a:buClr>
              <a:buSzPts val="1700"/>
              <a:buFont typeface="Arial"/>
              <a:buNone/>
            </a:pPr>
            <a:r>
              <a:rPr b="1" i="0" lang="en" sz="1700" u="none" cap="none" strike="noStrike">
                <a:solidFill>
                  <a:srgbClr val="000000"/>
                </a:solidFill>
                <a:latin typeface="Arial"/>
                <a:ea typeface="Arial"/>
                <a:cs typeface="Arial"/>
                <a:sym typeface="Arial"/>
              </a:rPr>
              <a:t>Expected Outcomes</a:t>
            </a:r>
            <a:endParaRPr b="1" i="0" sz="1700" u="none" cap="none" strike="noStrike">
              <a:solidFill>
                <a:srgbClr val="000000"/>
              </a:solidFill>
              <a:latin typeface="Arial"/>
              <a:ea typeface="Arial"/>
              <a:cs typeface="Arial"/>
              <a:sym typeface="Arial"/>
            </a:endParaRPr>
          </a:p>
          <a:p>
            <a:pPr indent="-298450" lvl="0" marL="457200" marR="0" rtl="0" algn="l">
              <a:lnSpc>
                <a:spcPct val="115000"/>
              </a:lnSpc>
              <a:spcBef>
                <a:spcPts val="40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{{exec_outcomes}}</a:t>
            </a:r>
            <a:endParaRPr b="0" i="0" sz="1100" u="none" cap="none" strike="noStrike">
              <a:solidFill>
                <a:srgbClr val="000000"/>
              </a:solidFill>
              <a:latin typeface="Arial"/>
              <a:ea typeface="Arial"/>
              <a:cs typeface="Arial"/>
              <a:sym typeface="Arial"/>
            </a:endParaRPr>
          </a:p>
        </p:txBody>
      </p:sp>
      <p:sp>
        <p:nvSpPr>
          <p:cNvPr id="309" name="Google Shape;309;p35"/>
          <p:cNvSpPr txBox="1"/>
          <p:nvPr/>
        </p:nvSpPr>
        <p:spPr>
          <a:xfrm>
            <a:off x="0" y="0"/>
            <a:ext cx="9144000" cy="285300"/>
          </a:xfrm>
          <a:prstGeom prst="rect">
            <a:avLst/>
          </a:pr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Content from Proposal Generator Agent - REVIEW BEFORE USING!!!</a:t>
            </a:r>
            <a:endParaRPr b="1" i="0" sz="1400" u="none" cap="none" strike="noStrik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6"/>
          <p:cNvSpPr txBox="1"/>
          <p:nvPr>
            <p:ph idx="1" type="body"/>
          </p:nvPr>
        </p:nvSpPr>
        <p:spPr>
          <a:xfrm>
            <a:off x="365750" y="860000"/>
            <a:ext cx="83211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600"/>
              </a:spcAft>
              <a:buSzPts val="1800"/>
              <a:buNone/>
            </a:pPr>
            <a:r>
              <a:rPr lang="en" sz="1200">
                <a:solidFill>
                  <a:srgbClr val="000000"/>
                </a:solidFill>
              </a:rPr>
              <a:t>{{our_understanding}}</a:t>
            </a:r>
            <a:endParaRPr sz="1900"/>
          </a:p>
        </p:txBody>
      </p:sp>
      <p:sp>
        <p:nvSpPr>
          <p:cNvPr id="315" name="Google Shape;315;p36"/>
          <p:cNvSpPr txBox="1"/>
          <p:nvPr>
            <p:ph type="title"/>
          </p:nvPr>
        </p:nvSpPr>
        <p:spPr>
          <a:xfrm>
            <a:off x="365750" y="228600"/>
            <a:ext cx="8321100" cy="5850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000"/>
              </a:spcAft>
              <a:buSzPts val="2600"/>
              <a:buNone/>
            </a:pPr>
            <a:r>
              <a:rPr lang="en"/>
              <a:t>Our Understanding</a:t>
            </a:r>
            <a:endParaRPr/>
          </a:p>
        </p:txBody>
      </p:sp>
      <p:sp>
        <p:nvSpPr>
          <p:cNvPr id="316" name="Google Shape;316;p3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en"/>
              <a:t>‹#›</a:t>
            </a:fld>
            <a:endParaRPr/>
          </a:p>
        </p:txBody>
      </p:sp>
      <p:sp>
        <p:nvSpPr>
          <p:cNvPr id="317" name="Google Shape;317;p36"/>
          <p:cNvSpPr txBox="1"/>
          <p:nvPr>
            <p:ph idx="4294967295" type="title"/>
          </p:nvPr>
        </p:nvSpPr>
        <p:spPr>
          <a:xfrm>
            <a:off x="3616050" y="4804200"/>
            <a:ext cx="1911900" cy="307800"/>
          </a:xfrm>
          <a:prstGeom prst="rect">
            <a:avLst/>
          </a:prstGeom>
          <a:noFill/>
          <a:ln>
            <a:noFill/>
          </a:ln>
        </p:spPr>
        <p:txBody>
          <a:bodyPr anchorCtr="0" anchor="t" bIns="91425" lIns="91425" spcFirstLastPara="1" rIns="91425" wrap="square" tIns="91425">
            <a:spAutoFit/>
          </a:bodyPr>
          <a:lstStyle/>
          <a:p>
            <a:pPr indent="0" lvl="0" marL="0" rtl="0" algn="ctr">
              <a:lnSpc>
                <a:spcPct val="105000"/>
              </a:lnSpc>
              <a:spcBef>
                <a:spcPts val="0"/>
              </a:spcBef>
              <a:spcAft>
                <a:spcPts val="0"/>
              </a:spcAft>
              <a:buSzPts val="2600"/>
              <a:buNone/>
            </a:pPr>
            <a:r>
              <a:rPr lang="en" sz="800">
                <a:solidFill>
                  <a:srgbClr val="A20000"/>
                </a:solidFill>
              </a:rPr>
              <a:t>This deck is for internal use only</a:t>
            </a:r>
            <a:endParaRPr sz="800">
              <a:solidFill>
                <a:srgbClr val="A20000"/>
              </a:solidFill>
            </a:endParaRPr>
          </a:p>
        </p:txBody>
      </p:sp>
      <p:sp>
        <p:nvSpPr>
          <p:cNvPr id="318" name="Google Shape;318;p36"/>
          <p:cNvSpPr txBox="1"/>
          <p:nvPr/>
        </p:nvSpPr>
        <p:spPr>
          <a:xfrm>
            <a:off x="323179" y="1605960"/>
            <a:ext cx="4075500" cy="732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rgbClr val="000000"/>
              </a:buClr>
              <a:buSzPts val="1700"/>
              <a:buFont typeface="Arial"/>
              <a:buNone/>
            </a:pPr>
            <a:r>
              <a:rPr b="1" i="0" lang="en" sz="1700" u="none" cap="none" strike="noStrike">
                <a:solidFill>
                  <a:srgbClr val="000000"/>
                </a:solidFill>
                <a:latin typeface="Arial"/>
                <a:ea typeface="Arial"/>
                <a:cs typeface="Arial"/>
                <a:sym typeface="Arial"/>
              </a:rPr>
              <a:t>Current State</a:t>
            </a:r>
            <a:endParaRPr b="1" i="0" sz="1700" u="none" cap="none" strike="noStrike">
              <a:solidFill>
                <a:srgbClr val="000000"/>
              </a:solidFill>
              <a:latin typeface="Arial"/>
              <a:ea typeface="Arial"/>
              <a:cs typeface="Arial"/>
              <a:sym typeface="Arial"/>
            </a:endParaRPr>
          </a:p>
          <a:p>
            <a:pPr indent="-298450" lvl="0" marL="457200" marR="0" rtl="0" algn="l">
              <a:lnSpc>
                <a:spcPct val="115000"/>
              </a:lnSpc>
              <a:spcBef>
                <a:spcPts val="60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{{our_understanding_current_state}}</a:t>
            </a:r>
            <a:endParaRPr b="0" i="0" sz="1100" u="none" cap="none" strike="noStrike">
              <a:solidFill>
                <a:srgbClr val="000000"/>
              </a:solidFill>
              <a:latin typeface="Arial"/>
              <a:ea typeface="Arial"/>
              <a:cs typeface="Arial"/>
              <a:sym typeface="Arial"/>
            </a:endParaRPr>
          </a:p>
        </p:txBody>
      </p:sp>
      <p:sp>
        <p:nvSpPr>
          <p:cNvPr id="319" name="Google Shape;319;p36"/>
          <p:cNvSpPr txBox="1"/>
          <p:nvPr/>
        </p:nvSpPr>
        <p:spPr>
          <a:xfrm>
            <a:off x="4755429" y="1605960"/>
            <a:ext cx="4075500" cy="732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rgbClr val="000000"/>
              </a:buClr>
              <a:buSzPts val="1700"/>
              <a:buFont typeface="Arial"/>
              <a:buNone/>
            </a:pPr>
            <a:r>
              <a:rPr b="1" i="0" lang="en" sz="1700" u="none" cap="none" strike="noStrike">
                <a:solidFill>
                  <a:srgbClr val="000000"/>
                </a:solidFill>
                <a:latin typeface="Arial"/>
                <a:ea typeface="Arial"/>
                <a:cs typeface="Arial"/>
                <a:sym typeface="Arial"/>
              </a:rPr>
              <a:t>Engagement Objectives</a:t>
            </a:r>
            <a:endParaRPr b="1" i="0" sz="1700" u="none" cap="none" strike="noStrike">
              <a:solidFill>
                <a:srgbClr val="000000"/>
              </a:solidFill>
              <a:latin typeface="Arial"/>
              <a:ea typeface="Arial"/>
              <a:cs typeface="Arial"/>
              <a:sym typeface="Arial"/>
            </a:endParaRPr>
          </a:p>
          <a:p>
            <a:pPr indent="-298450" lvl="0" marL="457200" marR="0" rtl="0" algn="l">
              <a:lnSpc>
                <a:spcPct val="115000"/>
              </a:lnSpc>
              <a:spcBef>
                <a:spcPts val="60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{{our_understanding_engagement_objectives}}</a:t>
            </a:r>
            <a:endParaRPr b="0" i="0" sz="1100" u="none" cap="none" strike="noStrike">
              <a:solidFill>
                <a:srgbClr val="000000"/>
              </a:solidFill>
              <a:latin typeface="Arial"/>
              <a:ea typeface="Arial"/>
              <a:cs typeface="Arial"/>
              <a:sym typeface="Arial"/>
            </a:endParaRPr>
          </a:p>
        </p:txBody>
      </p:sp>
      <p:sp>
        <p:nvSpPr>
          <p:cNvPr id="320" name="Google Shape;320;p36"/>
          <p:cNvSpPr txBox="1"/>
          <p:nvPr/>
        </p:nvSpPr>
        <p:spPr>
          <a:xfrm>
            <a:off x="0" y="0"/>
            <a:ext cx="9144000" cy="285300"/>
          </a:xfrm>
          <a:prstGeom prst="rect">
            <a:avLst/>
          </a:pr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Content from Proposal Generator Agent - REVIEW BEFORE USING!!!</a:t>
            </a:r>
            <a:endParaRPr b="1" i="0" sz="1400" u="none" cap="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7"/>
          <p:cNvSpPr txBox="1"/>
          <p:nvPr>
            <p:ph type="title"/>
          </p:nvPr>
        </p:nvSpPr>
        <p:spPr>
          <a:xfrm>
            <a:off x="365750" y="228600"/>
            <a:ext cx="8321100" cy="5850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000"/>
              </a:spcAft>
              <a:buSzPts val="2600"/>
              <a:buNone/>
            </a:pPr>
            <a:r>
              <a:rPr lang="en"/>
              <a:t>Methodology &amp; Framework</a:t>
            </a:r>
            <a:endParaRPr/>
          </a:p>
        </p:txBody>
      </p:sp>
      <p:sp>
        <p:nvSpPr>
          <p:cNvPr id="326" name="Google Shape;326;p3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en"/>
              <a:t>‹#›</a:t>
            </a:fld>
            <a:endParaRPr/>
          </a:p>
        </p:txBody>
      </p:sp>
      <p:sp>
        <p:nvSpPr>
          <p:cNvPr id="327" name="Google Shape;327;p37"/>
          <p:cNvSpPr txBox="1"/>
          <p:nvPr>
            <p:ph idx="4294967295" type="title"/>
          </p:nvPr>
        </p:nvSpPr>
        <p:spPr>
          <a:xfrm>
            <a:off x="3616050" y="4804200"/>
            <a:ext cx="1911900" cy="307800"/>
          </a:xfrm>
          <a:prstGeom prst="rect">
            <a:avLst/>
          </a:prstGeom>
          <a:noFill/>
          <a:ln>
            <a:noFill/>
          </a:ln>
        </p:spPr>
        <p:txBody>
          <a:bodyPr anchorCtr="0" anchor="t" bIns="91425" lIns="91425" spcFirstLastPara="1" rIns="91425" wrap="square" tIns="91425">
            <a:spAutoFit/>
          </a:bodyPr>
          <a:lstStyle/>
          <a:p>
            <a:pPr indent="0" lvl="0" marL="0" rtl="0" algn="ctr">
              <a:lnSpc>
                <a:spcPct val="105000"/>
              </a:lnSpc>
              <a:spcBef>
                <a:spcPts val="0"/>
              </a:spcBef>
              <a:spcAft>
                <a:spcPts val="0"/>
              </a:spcAft>
              <a:buSzPts val="2600"/>
              <a:buNone/>
            </a:pPr>
            <a:r>
              <a:rPr lang="en" sz="800">
                <a:solidFill>
                  <a:srgbClr val="A20000"/>
                </a:solidFill>
              </a:rPr>
              <a:t>This deck is for internal use only</a:t>
            </a:r>
            <a:endParaRPr sz="800">
              <a:solidFill>
                <a:srgbClr val="A20000"/>
              </a:solidFill>
            </a:endParaRPr>
          </a:p>
        </p:txBody>
      </p:sp>
      <p:sp>
        <p:nvSpPr>
          <p:cNvPr id="328" name="Google Shape;328;p37"/>
          <p:cNvSpPr txBox="1"/>
          <p:nvPr/>
        </p:nvSpPr>
        <p:spPr>
          <a:xfrm>
            <a:off x="457200" y="813600"/>
            <a:ext cx="84114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600"/>
              </a:spcAft>
              <a:buClr>
                <a:srgbClr val="000000"/>
              </a:buClr>
              <a:buSzPts val="1000"/>
              <a:buFont typeface="Arial"/>
              <a:buNone/>
            </a:pPr>
            <a:r>
              <a:rPr b="0" i="0" lang="en" sz="1000" u="none" cap="none" strike="noStrike">
                <a:solidFill>
                  <a:srgbClr val="000000"/>
                </a:solidFill>
                <a:latin typeface="Arial"/>
                <a:ea typeface="Arial"/>
                <a:cs typeface="Arial"/>
                <a:sym typeface="Arial"/>
              </a:rPr>
              <a:t>{{meth_summary}}</a:t>
            </a:r>
            <a:endParaRPr b="0" i="0" sz="1000" u="none" cap="none" strike="noStrike">
              <a:solidFill>
                <a:srgbClr val="000000"/>
              </a:solidFill>
              <a:latin typeface="Arial"/>
              <a:ea typeface="Arial"/>
              <a:cs typeface="Arial"/>
              <a:sym typeface="Arial"/>
            </a:endParaRPr>
          </a:p>
        </p:txBody>
      </p:sp>
      <p:graphicFrame>
        <p:nvGraphicFramePr>
          <p:cNvPr id="329" name="Google Shape;329;p37"/>
          <p:cNvGraphicFramePr/>
          <p:nvPr/>
        </p:nvGraphicFramePr>
        <p:xfrm>
          <a:off x="549875" y="1426500"/>
          <a:ext cx="3000000" cy="3000000"/>
        </p:xfrm>
        <a:graphic>
          <a:graphicData uri="http://schemas.openxmlformats.org/drawingml/2006/table">
            <a:tbl>
              <a:tblPr>
                <a:noFill/>
                <a:tableStyleId>{C735AAE6-CB1A-4152-9009-68C0DF7E0538}</a:tableStyleId>
              </a:tblPr>
              <a:tblGrid>
                <a:gridCol w="2315050"/>
                <a:gridCol w="1108175"/>
                <a:gridCol w="4713750"/>
              </a:tblGrid>
              <a:tr h="260225">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solidFill>
                            <a:schemeClr val="lt1"/>
                          </a:solidFill>
                        </a:rPr>
                        <a:t>Phase</a:t>
                      </a:r>
                      <a:endParaRPr b="1" sz="1100" u="none" cap="none" strike="noStrike">
                        <a:solidFill>
                          <a:schemeClr val="lt1"/>
                        </a:solidFill>
                      </a:endParaRPr>
                    </a:p>
                  </a:txBody>
                  <a:tcPr marT="45700" marB="45700" marR="45700" marL="45700" anchor="ctr">
                    <a:solidFill>
                      <a:schemeClr val="accen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solidFill>
                            <a:schemeClr val="lt1"/>
                          </a:solidFill>
                        </a:rPr>
                        <a:t>Est. Duration</a:t>
                      </a:r>
                      <a:endParaRPr b="1" sz="1100" u="none" cap="none" strike="noStrike">
                        <a:solidFill>
                          <a:schemeClr val="lt1"/>
                        </a:solidFill>
                      </a:endParaRPr>
                    </a:p>
                  </a:txBody>
                  <a:tcPr marT="45700" marB="45700" marR="45700" marL="45700" anchor="ctr">
                    <a:solidFill>
                      <a:schemeClr val="accen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solidFill>
                            <a:schemeClr val="lt1"/>
                          </a:solidFill>
                        </a:rPr>
                        <a:t>Activities</a:t>
                      </a:r>
                      <a:endParaRPr b="1" sz="1100" u="none" cap="none" strike="noStrike">
                        <a:solidFill>
                          <a:schemeClr val="lt1"/>
                        </a:solidFill>
                      </a:endParaRPr>
                    </a:p>
                  </a:txBody>
                  <a:tcPr marT="45700" marB="45700" marR="45700" marL="45700" anchor="ctr">
                    <a:solidFill>
                      <a:schemeClr val="accent2"/>
                    </a:solidFill>
                  </a:tcPr>
                </a:tc>
              </a:tr>
              <a:tr h="38100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t>{{meth_phases}}</a:t>
                      </a:r>
                      <a:endParaRPr sz="1300" u="none" cap="none" strike="noStrike"/>
                    </a:p>
                  </a:txBody>
                  <a:tcPr marT="45700" marB="45700" marR="45700" marL="45700" anchor="ct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{{meth_phase_duration}}</a:t>
                      </a:r>
                      <a:endParaRPr sz="1000" u="none" cap="none" strike="noStrike"/>
                    </a:p>
                  </a:txBody>
                  <a:tcPr marT="45700" marB="45700" marR="45700" marL="45700" anchor="ctr"/>
                </a:tc>
                <a:tc>
                  <a:txBody>
                    <a:bodyPr/>
                    <a:lstStyle/>
                    <a:p>
                      <a:pPr indent="-292100" lvl="0" marL="457200" marR="0" rtl="0" algn="l">
                        <a:lnSpc>
                          <a:spcPct val="115000"/>
                        </a:lnSpc>
                        <a:spcBef>
                          <a:spcPts val="0"/>
                        </a:spcBef>
                        <a:spcAft>
                          <a:spcPts val="0"/>
                        </a:spcAft>
                        <a:buClr>
                          <a:srgbClr val="000000"/>
                        </a:buClr>
                        <a:buSzPts val="1000"/>
                        <a:buFont typeface="Arial"/>
                        <a:buChar char="●"/>
                      </a:pPr>
                      <a:r>
                        <a:rPr lang="en" sz="1000" u="none" cap="none" strike="noStrike"/>
                        <a:t>{{meth_phase_activities}}</a:t>
                      </a:r>
                      <a:endParaRPr sz="1000" u="none" cap="none" strike="noStrike"/>
                    </a:p>
                  </a:txBody>
                  <a:tcPr marT="45700" marB="45700" marR="45700" marL="45700" anchor="ctr"/>
                </a:tc>
              </a:tr>
            </a:tbl>
          </a:graphicData>
        </a:graphic>
      </p:graphicFrame>
      <p:sp>
        <p:nvSpPr>
          <p:cNvPr id="330" name="Google Shape;330;p37"/>
          <p:cNvSpPr txBox="1"/>
          <p:nvPr/>
        </p:nvSpPr>
        <p:spPr>
          <a:xfrm>
            <a:off x="0" y="0"/>
            <a:ext cx="9144000" cy="285300"/>
          </a:xfrm>
          <a:prstGeom prst="rect">
            <a:avLst/>
          </a:pr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Content from Proposal Generator Agent - REVIEW BEFORE USING!!!</a:t>
            </a:r>
            <a:endParaRPr b="1" i="0" sz="1400" u="none" cap="none" strike="noStrik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8"/>
          <p:cNvSpPr txBox="1"/>
          <p:nvPr>
            <p:ph idx="1" type="body"/>
          </p:nvPr>
        </p:nvSpPr>
        <p:spPr>
          <a:xfrm>
            <a:off x="365750" y="228600"/>
            <a:ext cx="2376600" cy="685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Engagement Model</a:t>
            </a:r>
            <a:endParaRPr/>
          </a:p>
        </p:txBody>
      </p:sp>
      <p:sp>
        <p:nvSpPr>
          <p:cNvPr id="336" name="Google Shape;336;p38"/>
          <p:cNvSpPr txBox="1"/>
          <p:nvPr>
            <p:ph idx="2" type="body"/>
          </p:nvPr>
        </p:nvSpPr>
        <p:spPr>
          <a:xfrm>
            <a:off x="365750" y="1399125"/>
            <a:ext cx="2194500" cy="1536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200"/>
              <a:buNone/>
            </a:pPr>
            <a:r>
              <a:rPr lang="en"/>
              <a:t>{{engage_summary}}</a:t>
            </a:r>
            <a:endParaRPr/>
          </a:p>
        </p:txBody>
      </p:sp>
      <p:graphicFrame>
        <p:nvGraphicFramePr>
          <p:cNvPr id="337" name="Google Shape;337;p38"/>
          <p:cNvGraphicFramePr/>
          <p:nvPr/>
        </p:nvGraphicFramePr>
        <p:xfrm>
          <a:off x="3549350" y="718200"/>
          <a:ext cx="3000000" cy="3000000"/>
        </p:xfrm>
        <a:graphic>
          <a:graphicData uri="http://schemas.openxmlformats.org/drawingml/2006/table">
            <a:tbl>
              <a:tblPr>
                <a:noFill/>
                <a:tableStyleId>{C735AAE6-CB1A-4152-9009-68C0DF7E0538}</a:tableStyleId>
              </a:tblPr>
              <a:tblGrid>
                <a:gridCol w="2487150"/>
                <a:gridCol w="2487150"/>
              </a:tblGrid>
              <a:tr h="1838550">
                <a:tc>
                  <a:txBody>
                    <a:bodyPr/>
                    <a:lstStyle/>
                    <a:p>
                      <a:pPr indent="0" lvl="0" marL="0" marR="0" rtl="0" algn="l">
                        <a:lnSpc>
                          <a:spcPct val="115000"/>
                        </a:lnSpc>
                        <a:spcBef>
                          <a:spcPts val="0"/>
                        </a:spcBef>
                        <a:spcAft>
                          <a:spcPts val="0"/>
                        </a:spcAft>
                        <a:buClr>
                          <a:srgbClr val="000000"/>
                        </a:buClr>
                        <a:buSzPts val="1050"/>
                        <a:buFont typeface="Arial"/>
                        <a:buNone/>
                      </a:pPr>
                      <a:r>
                        <a:rPr b="1" lang="en" sz="1050" u="none" cap="none" strike="noStrike"/>
                        <a:t>Data Team Interested but Resource-Constrained</a:t>
                      </a:r>
                      <a:endParaRPr/>
                    </a:p>
                    <a:p>
                      <a:pPr indent="-171450" lvl="0" marL="171450" rtl="0" algn="l">
                        <a:spcBef>
                          <a:spcPts val="0"/>
                        </a:spcBef>
                        <a:spcAft>
                          <a:spcPts val="0"/>
                        </a:spcAft>
                        <a:buSzPts val="1050"/>
                        <a:buChar char="•"/>
                      </a:pPr>
                      <a:r>
                        <a:rPr lang="en" sz="1050"/>
                        <a:t>{{low_engage_high_own}}</a:t>
                      </a:r>
                      <a:endParaRPr/>
                    </a:p>
                  </a:txBody>
                  <a:tcPr marT="91425" marB="91425" marR="91425" marL="91425"/>
                </a:tc>
                <a:tc>
                  <a:txBody>
                    <a:bodyPr/>
                    <a:lstStyle/>
                    <a:p>
                      <a:pPr indent="0" lvl="0" marL="0" marR="0" rtl="0" algn="l">
                        <a:lnSpc>
                          <a:spcPct val="115000"/>
                        </a:lnSpc>
                        <a:spcBef>
                          <a:spcPts val="0"/>
                        </a:spcBef>
                        <a:spcAft>
                          <a:spcPts val="0"/>
                        </a:spcAft>
                        <a:buClr>
                          <a:srgbClr val="000000"/>
                        </a:buClr>
                        <a:buSzPts val="1050"/>
                        <a:buFont typeface="Arial"/>
                        <a:buNone/>
                      </a:pPr>
                      <a:r>
                        <a:rPr b="1" lang="en" sz="1050" u="none" cap="none" strike="noStrike"/>
                        <a:t>Data Team Owned</a:t>
                      </a:r>
                      <a:br>
                        <a:rPr b="1" lang="en" sz="1050" u="none" cap="none" strike="noStrike"/>
                      </a:br>
                      <a:endParaRPr b="1" sz="800" u="none" cap="none" strike="noStrike"/>
                    </a:p>
                    <a:p>
                      <a:pPr indent="-171450" lvl="0" marL="171450" marR="0" rtl="0" algn="l">
                        <a:lnSpc>
                          <a:spcPct val="100000"/>
                        </a:lnSpc>
                        <a:spcBef>
                          <a:spcPts val="500"/>
                        </a:spcBef>
                        <a:spcAft>
                          <a:spcPts val="0"/>
                        </a:spcAft>
                        <a:buClr>
                          <a:srgbClr val="000000"/>
                        </a:buClr>
                        <a:buSzPts val="1050"/>
                        <a:buFont typeface="Arial"/>
                        <a:buChar char="•"/>
                      </a:pPr>
                      <a:r>
                        <a:rPr lang="en" sz="1050"/>
                        <a:t>{{high_engage_high_own}}</a:t>
                      </a:r>
                      <a:endParaRPr sz="1400" u="none" cap="none" strike="noStrike"/>
                    </a:p>
                  </a:txBody>
                  <a:tcPr marT="91425" marB="91425" marR="91425" marL="91425"/>
                </a:tc>
              </a:tr>
              <a:tr h="1767950">
                <a:tc>
                  <a:txBody>
                    <a:bodyPr/>
                    <a:lstStyle/>
                    <a:p>
                      <a:pPr indent="0" lvl="0" marL="0" marR="0" rtl="0" algn="l">
                        <a:lnSpc>
                          <a:spcPct val="115000"/>
                        </a:lnSpc>
                        <a:spcBef>
                          <a:spcPts val="0"/>
                        </a:spcBef>
                        <a:spcAft>
                          <a:spcPts val="0"/>
                        </a:spcAft>
                        <a:buClr>
                          <a:srgbClr val="000000"/>
                        </a:buClr>
                        <a:buSzPts val="1050"/>
                        <a:buFont typeface="Arial"/>
                        <a:buNone/>
                      </a:pPr>
                      <a:r>
                        <a:rPr b="1" lang="en" sz="1050" u="none" cap="none" strike="noStrike"/>
                        <a:t>Core Team Neutral</a:t>
                      </a:r>
                      <a:endParaRPr b="1" sz="1050" u="none" cap="none" strike="noStrike"/>
                    </a:p>
                    <a:p>
                      <a:pPr indent="-171450" lvl="0" marL="171450" marR="0" rtl="0" algn="l">
                        <a:lnSpc>
                          <a:spcPct val="100000"/>
                        </a:lnSpc>
                        <a:spcBef>
                          <a:spcPts val="500"/>
                        </a:spcBef>
                        <a:spcAft>
                          <a:spcPts val="0"/>
                        </a:spcAft>
                        <a:buClr>
                          <a:srgbClr val="000000"/>
                        </a:buClr>
                        <a:buSzPts val="1050"/>
                        <a:buFont typeface="Arial"/>
                        <a:buChar char="•"/>
                      </a:pPr>
                      <a:r>
                        <a:rPr lang="en" sz="1050" u="none" cap="none" strike="noStrike"/>
                        <a:t>{{low_engage_low_own}}</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050"/>
                        <a:buFont typeface="Arial"/>
                        <a:buNone/>
                      </a:pPr>
                      <a:r>
                        <a:rPr b="1" lang="en" sz="1050" u="none" cap="none" strike="noStrike"/>
                        <a:t>Data Team Cares About</a:t>
                      </a:r>
                      <a:endParaRPr b="1" sz="1050" u="none" cap="none" strike="noStrike"/>
                    </a:p>
                    <a:p>
                      <a:pPr indent="-171450" lvl="0" marL="171450" marR="0" rtl="0" algn="l">
                        <a:lnSpc>
                          <a:spcPct val="100000"/>
                        </a:lnSpc>
                        <a:spcBef>
                          <a:spcPts val="500"/>
                        </a:spcBef>
                        <a:spcAft>
                          <a:spcPts val="0"/>
                        </a:spcAft>
                        <a:buClr>
                          <a:srgbClr val="000000"/>
                        </a:buClr>
                        <a:buSzPts val="1050"/>
                        <a:buFont typeface="Arial"/>
                        <a:buChar char="•"/>
                      </a:pPr>
                      <a:r>
                        <a:rPr lang="en" sz="1050" u="none" cap="none" strike="noStrike"/>
                        <a:t>{{high_engage_low_own}}</a:t>
                      </a:r>
                      <a:endParaRPr sz="1400" u="none" cap="none" strike="noStrike"/>
                    </a:p>
                  </a:txBody>
                  <a:tcPr marT="91425" marB="91425" marR="91425" marL="91425"/>
                </a:tc>
              </a:tr>
            </a:tbl>
          </a:graphicData>
        </a:graphic>
      </p:graphicFrame>
      <p:sp>
        <p:nvSpPr>
          <p:cNvPr id="338" name="Google Shape;338;p38"/>
          <p:cNvSpPr/>
          <p:nvPr/>
        </p:nvSpPr>
        <p:spPr>
          <a:xfrm>
            <a:off x="3540200" y="4324700"/>
            <a:ext cx="4992600" cy="422700"/>
          </a:xfrm>
          <a:prstGeom prst="rightArrow">
            <a:avLst>
              <a:gd fmla="val 5000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Engagement</a:t>
            </a:r>
            <a:endParaRPr b="1" i="0" sz="1400" u="none" cap="none" strike="noStrike">
              <a:solidFill>
                <a:schemeClr val="lt1"/>
              </a:solidFill>
              <a:latin typeface="Arial"/>
              <a:ea typeface="Arial"/>
              <a:cs typeface="Arial"/>
              <a:sym typeface="Arial"/>
            </a:endParaRPr>
          </a:p>
        </p:txBody>
      </p:sp>
      <p:sp>
        <p:nvSpPr>
          <p:cNvPr id="339" name="Google Shape;339;p38"/>
          <p:cNvSpPr/>
          <p:nvPr/>
        </p:nvSpPr>
        <p:spPr>
          <a:xfrm rot="-5400000">
            <a:off x="1548050" y="2296700"/>
            <a:ext cx="3579900" cy="422700"/>
          </a:xfrm>
          <a:prstGeom prst="rightArrow">
            <a:avLst>
              <a:gd fmla="val 5000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Ownership</a:t>
            </a:r>
            <a:endParaRPr b="1" i="0" sz="1400" u="none" cap="none" strike="noStrike">
              <a:solidFill>
                <a:schemeClr val="lt1"/>
              </a:solidFill>
              <a:latin typeface="Arial"/>
              <a:ea typeface="Arial"/>
              <a:cs typeface="Arial"/>
              <a:sym typeface="Arial"/>
            </a:endParaRPr>
          </a:p>
        </p:txBody>
      </p:sp>
      <p:sp>
        <p:nvSpPr>
          <p:cNvPr id="340" name="Google Shape;340;p38"/>
          <p:cNvSpPr txBox="1"/>
          <p:nvPr/>
        </p:nvSpPr>
        <p:spPr>
          <a:xfrm>
            <a:off x="3068450" y="4362950"/>
            <a:ext cx="539100" cy="346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000000"/>
                </a:solidFill>
                <a:latin typeface="Arial"/>
                <a:ea typeface="Arial"/>
                <a:cs typeface="Arial"/>
                <a:sym typeface="Arial"/>
              </a:rPr>
              <a:t>LOW</a:t>
            </a:r>
            <a:endParaRPr b="1" i="0" sz="1400" u="none" cap="none" strike="noStrike">
              <a:solidFill>
                <a:srgbClr val="000000"/>
              </a:solidFill>
              <a:latin typeface="Arial"/>
              <a:ea typeface="Arial"/>
              <a:cs typeface="Arial"/>
              <a:sym typeface="Arial"/>
            </a:endParaRPr>
          </a:p>
        </p:txBody>
      </p:sp>
      <p:sp>
        <p:nvSpPr>
          <p:cNvPr id="341" name="Google Shape;341;p38"/>
          <p:cNvSpPr txBox="1"/>
          <p:nvPr/>
        </p:nvSpPr>
        <p:spPr>
          <a:xfrm>
            <a:off x="8457512" y="4362950"/>
            <a:ext cx="539100" cy="346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000000"/>
                </a:solidFill>
                <a:latin typeface="Arial"/>
                <a:ea typeface="Arial"/>
                <a:cs typeface="Arial"/>
                <a:sym typeface="Arial"/>
              </a:rPr>
              <a:t>HIGH</a:t>
            </a:r>
            <a:endParaRPr b="1" i="0" sz="1400" u="none" cap="none" strike="noStrike">
              <a:solidFill>
                <a:srgbClr val="000000"/>
              </a:solidFill>
              <a:latin typeface="Arial"/>
              <a:ea typeface="Arial"/>
              <a:cs typeface="Arial"/>
              <a:sym typeface="Arial"/>
            </a:endParaRPr>
          </a:p>
        </p:txBody>
      </p:sp>
      <p:sp>
        <p:nvSpPr>
          <p:cNvPr id="342" name="Google Shape;342;p38"/>
          <p:cNvSpPr txBox="1"/>
          <p:nvPr/>
        </p:nvSpPr>
        <p:spPr>
          <a:xfrm>
            <a:off x="3068462" y="345200"/>
            <a:ext cx="539100" cy="346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000000"/>
                </a:solidFill>
                <a:latin typeface="Arial"/>
                <a:ea typeface="Arial"/>
                <a:cs typeface="Arial"/>
                <a:sym typeface="Arial"/>
              </a:rPr>
              <a:t>HIGH</a:t>
            </a:r>
            <a:endParaRPr b="1" i="0" sz="1400" u="none" cap="none" strike="noStrike">
              <a:solidFill>
                <a:srgbClr val="000000"/>
              </a:solidFill>
              <a:latin typeface="Arial"/>
              <a:ea typeface="Arial"/>
              <a:cs typeface="Arial"/>
              <a:sym typeface="Arial"/>
            </a:endParaRPr>
          </a:p>
        </p:txBody>
      </p:sp>
      <p:sp>
        <p:nvSpPr>
          <p:cNvPr id="343" name="Google Shape;343;p38"/>
          <p:cNvSpPr txBox="1"/>
          <p:nvPr/>
        </p:nvSpPr>
        <p:spPr>
          <a:xfrm>
            <a:off x="0" y="0"/>
            <a:ext cx="9144000" cy="285300"/>
          </a:xfrm>
          <a:prstGeom prst="rect">
            <a:avLst/>
          </a:pr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Content from Proposal Generator Agent - REVIEW BEFORE USING!!!</a:t>
            </a:r>
            <a:endParaRPr b="1" i="0" sz="1400" u="none" cap="none" strike="noStrik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9"/>
          <p:cNvSpPr txBox="1"/>
          <p:nvPr>
            <p:ph type="title"/>
          </p:nvPr>
        </p:nvSpPr>
        <p:spPr>
          <a:xfrm>
            <a:off x="365750" y="228600"/>
            <a:ext cx="8321100" cy="5850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000"/>
              </a:spcAft>
              <a:buSzPts val="2600"/>
              <a:buNone/>
            </a:pPr>
            <a:r>
              <a:rPr lang="en"/>
              <a:t>Scope</a:t>
            </a:r>
            <a:endParaRPr/>
          </a:p>
        </p:txBody>
      </p:sp>
      <p:sp>
        <p:nvSpPr>
          <p:cNvPr id="349" name="Google Shape;349;p3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en"/>
              <a:t>‹#›</a:t>
            </a:fld>
            <a:endParaRPr/>
          </a:p>
        </p:txBody>
      </p:sp>
      <p:sp>
        <p:nvSpPr>
          <p:cNvPr id="350" name="Google Shape;350;p39"/>
          <p:cNvSpPr txBox="1"/>
          <p:nvPr>
            <p:ph idx="4294967295" type="title"/>
          </p:nvPr>
        </p:nvSpPr>
        <p:spPr>
          <a:xfrm>
            <a:off x="3616050" y="4804200"/>
            <a:ext cx="1911900" cy="307800"/>
          </a:xfrm>
          <a:prstGeom prst="rect">
            <a:avLst/>
          </a:prstGeom>
          <a:noFill/>
          <a:ln>
            <a:noFill/>
          </a:ln>
        </p:spPr>
        <p:txBody>
          <a:bodyPr anchorCtr="0" anchor="t" bIns="91425" lIns="91425" spcFirstLastPara="1" rIns="91425" wrap="square" tIns="91425">
            <a:spAutoFit/>
          </a:bodyPr>
          <a:lstStyle/>
          <a:p>
            <a:pPr indent="0" lvl="0" marL="0" rtl="0" algn="ctr">
              <a:lnSpc>
                <a:spcPct val="105000"/>
              </a:lnSpc>
              <a:spcBef>
                <a:spcPts val="0"/>
              </a:spcBef>
              <a:spcAft>
                <a:spcPts val="0"/>
              </a:spcAft>
              <a:buSzPts val="2600"/>
              <a:buNone/>
            </a:pPr>
            <a:r>
              <a:rPr lang="en" sz="800">
                <a:solidFill>
                  <a:srgbClr val="A20000"/>
                </a:solidFill>
              </a:rPr>
              <a:t>This deck is for internal use only</a:t>
            </a:r>
            <a:endParaRPr sz="800">
              <a:solidFill>
                <a:srgbClr val="A20000"/>
              </a:solidFill>
            </a:endParaRPr>
          </a:p>
        </p:txBody>
      </p:sp>
      <p:sp>
        <p:nvSpPr>
          <p:cNvPr id="351" name="Google Shape;351;p39"/>
          <p:cNvSpPr txBox="1"/>
          <p:nvPr/>
        </p:nvSpPr>
        <p:spPr>
          <a:xfrm>
            <a:off x="365750" y="702879"/>
            <a:ext cx="5572800" cy="2037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In Scope</a:t>
            </a:r>
            <a:endParaRPr b="1" i="0" sz="1400" u="none" cap="none" strike="noStrike">
              <a:solidFill>
                <a:srgbClr val="000000"/>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Assessment &amp; Analysis</a:t>
            </a:r>
            <a:endParaRPr b="1" i="0" sz="1100" u="none" cap="none" strike="noStrike">
              <a:solidFill>
                <a:srgbClr val="000000"/>
              </a:solidFill>
              <a:latin typeface="Arial"/>
              <a:ea typeface="Arial"/>
              <a:cs typeface="Arial"/>
              <a:sym typeface="Arial"/>
            </a:endParaRPr>
          </a:p>
          <a:p>
            <a:pPr indent="-298450" lvl="0" marL="457200" marR="0" rtl="0" algn="l">
              <a:lnSpc>
                <a:spcPct val="115000"/>
              </a:lnSpc>
              <a:spcBef>
                <a:spcPts val="60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{{scope_assessment}}</a:t>
            </a:r>
            <a:endParaRPr b="0" i="0" sz="1100" u="none" cap="none" strike="noStrike">
              <a:solidFill>
                <a:srgbClr val="000000"/>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Architecture &amp; Design</a:t>
            </a:r>
            <a:endParaRPr b="1" i="0" sz="1100" u="none" cap="none" strike="noStrike">
              <a:solidFill>
                <a:srgbClr val="000000"/>
              </a:solidFill>
              <a:latin typeface="Arial"/>
              <a:ea typeface="Arial"/>
              <a:cs typeface="Arial"/>
              <a:sym typeface="Arial"/>
            </a:endParaRPr>
          </a:p>
          <a:p>
            <a:pPr indent="-298450" lvl="0" marL="457200" marR="0" rtl="0" algn="l">
              <a:lnSpc>
                <a:spcPct val="115000"/>
              </a:lnSpc>
              <a:spcBef>
                <a:spcPts val="60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{{scope_architecture}}</a:t>
            </a:r>
            <a:endParaRPr b="0" i="0" sz="1100" u="none" cap="none" strike="noStrike">
              <a:solidFill>
                <a:srgbClr val="000000"/>
              </a:solidFill>
              <a:latin typeface="Arial"/>
              <a:ea typeface="Arial"/>
              <a:cs typeface="Arial"/>
              <a:sym typeface="Arial"/>
            </a:endParaRPr>
          </a:p>
          <a:p>
            <a:pPr indent="0" lvl="0" marL="0" marR="0" rtl="0" algn="l">
              <a:lnSpc>
                <a:spcPct val="115000"/>
              </a:lnSpc>
              <a:spcBef>
                <a:spcPts val="60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Implementation &amp; Migration</a:t>
            </a:r>
            <a:endParaRPr b="1" i="0" sz="1100" u="none" cap="none" strike="noStrike">
              <a:solidFill>
                <a:srgbClr val="000000"/>
              </a:solidFill>
              <a:latin typeface="Arial"/>
              <a:ea typeface="Arial"/>
              <a:cs typeface="Arial"/>
              <a:sym typeface="Arial"/>
            </a:endParaRPr>
          </a:p>
          <a:p>
            <a:pPr indent="-298450" lvl="0" marL="457200" marR="0" rtl="0" algn="l">
              <a:lnSpc>
                <a:spcPct val="115000"/>
              </a:lnSpc>
              <a:spcBef>
                <a:spcPts val="60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{{scope_implementation}}</a:t>
            </a:r>
            <a:endParaRPr b="1" i="0" sz="1100" u="none" cap="none" strike="noStrike">
              <a:solidFill>
                <a:srgbClr val="000000"/>
              </a:solidFill>
              <a:latin typeface="Arial"/>
              <a:ea typeface="Arial"/>
              <a:cs typeface="Arial"/>
              <a:sym typeface="Arial"/>
            </a:endParaRPr>
          </a:p>
        </p:txBody>
      </p:sp>
      <p:sp>
        <p:nvSpPr>
          <p:cNvPr id="352" name="Google Shape;352;p39"/>
          <p:cNvSpPr txBox="1"/>
          <p:nvPr/>
        </p:nvSpPr>
        <p:spPr>
          <a:xfrm>
            <a:off x="6049300" y="1206879"/>
            <a:ext cx="2868900" cy="653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Out of Scope</a:t>
            </a:r>
            <a:endParaRPr b="1" i="0" sz="1400" u="none" cap="none" strike="noStrike">
              <a:solidFill>
                <a:srgbClr val="000000"/>
              </a:solidFill>
              <a:latin typeface="Arial"/>
              <a:ea typeface="Arial"/>
              <a:cs typeface="Arial"/>
              <a:sym typeface="Arial"/>
            </a:endParaRPr>
          </a:p>
          <a:p>
            <a:pPr indent="-298450" lvl="0" marL="457200" marR="0" rtl="0" algn="l">
              <a:lnSpc>
                <a:spcPct val="115000"/>
              </a:lnSpc>
              <a:spcBef>
                <a:spcPts val="40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{{scope_out}}</a:t>
            </a:r>
            <a:endParaRPr b="0" i="0" sz="1100" u="none" cap="none" strike="noStrike">
              <a:solidFill>
                <a:srgbClr val="000000"/>
              </a:solidFill>
              <a:latin typeface="Arial"/>
              <a:ea typeface="Arial"/>
              <a:cs typeface="Arial"/>
              <a:sym typeface="Arial"/>
            </a:endParaRPr>
          </a:p>
        </p:txBody>
      </p:sp>
      <p:cxnSp>
        <p:nvCxnSpPr>
          <p:cNvPr id="353" name="Google Shape;353;p39"/>
          <p:cNvCxnSpPr/>
          <p:nvPr/>
        </p:nvCxnSpPr>
        <p:spPr>
          <a:xfrm>
            <a:off x="5999072" y="905904"/>
            <a:ext cx="0" cy="3492900"/>
          </a:xfrm>
          <a:prstGeom prst="straightConnector1">
            <a:avLst/>
          </a:prstGeom>
          <a:noFill/>
          <a:ln cap="flat" cmpd="sng" w="9525">
            <a:solidFill>
              <a:schemeClr val="dk2"/>
            </a:solidFill>
            <a:prstDash val="solid"/>
            <a:round/>
            <a:headEnd len="sm" w="sm" type="none"/>
            <a:tailEnd len="sm" w="sm" type="none"/>
          </a:ln>
        </p:spPr>
      </p:cxnSp>
      <p:sp>
        <p:nvSpPr>
          <p:cNvPr id="354" name="Google Shape;354;p39"/>
          <p:cNvSpPr txBox="1"/>
          <p:nvPr/>
        </p:nvSpPr>
        <p:spPr>
          <a:xfrm>
            <a:off x="0" y="0"/>
            <a:ext cx="9144000" cy="285300"/>
          </a:xfrm>
          <a:prstGeom prst="rect">
            <a:avLst/>
          </a:pr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Content from Proposal Generator Agent - REVIEW BEFORE USING!!!</a:t>
            </a:r>
            <a:endParaRPr b="1" i="0" sz="1400" u="none" cap="none" strike="noStrik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0"/>
          <p:cNvSpPr txBox="1"/>
          <p:nvPr>
            <p:ph idx="1" type="body"/>
          </p:nvPr>
        </p:nvSpPr>
        <p:spPr>
          <a:xfrm>
            <a:off x="365750" y="642486"/>
            <a:ext cx="83964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SzPts val="1800"/>
              <a:buNone/>
            </a:pPr>
            <a:r>
              <a:rPr lang="en" sz="1100"/>
              <a:t>This represents the tentative program schedule as we understand it today. Within 60 days of contract start, and following the Customer Journey Workshop and subsequent Change Order, this will be refined to reflect more accurate timelines and activities.</a:t>
            </a:r>
            <a:endParaRPr b="1" sz="1100">
              <a:solidFill>
                <a:schemeClr val="accent2"/>
              </a:solidFill>
            </a:endParaRPr>
          </a:p>
        </p:txBody>
      </p:sp>
      <p:sp>
        <p:nvSpPr>
          <p:cNvPr id="360" name="Google Shape;360;p40"/>
          <p:cNvSpPr txBox="1"/>
          <p:nvPr>
            <p:ph type="title"/>
          </p:nvPr>
        </p:nvSpPr>
        <p:spPr>
          <a:xfrm>
            <a:off x="365750" y="64575"/>
            <a:ext cx="8321100" cy="5850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000"/>
              </a:spcAft>
              <a:buSzPts val="2600"/>
              <a:buNone/>
            </a:pPr>
            <a:r>
              <a:rPr lang="en"/>
              <a:t>Tentative High-level Program Schedule</a:t>
            </a:r>
            <a:endParaRPr>
              <a:highlight>
                <a:schemeClr val="accent4"/>
              </a:highlight>
            </a:endParaRPr>
          </a:p>
        </p:txBody>
      </p:sp>
      <p:pic>
        <p:nvPicPr>
          <p:cNvPr id="361" name="Google Shape;361;p40" title="Screenshot 2025-12-18 at 4.58.44 AM.png"/>
          <p:cNvPicPr preferRelativeResize="0"/>
          <p:nvPr/>
        </p:nvPicPr>
        <p:blipFill rotWithShape="1">
          <a:blip r:embed="rId3">
            <a:alphaModFix/>
          </a:blip>
          <a:srcRect b="0" l="0" r="0" t="13141"/>
          <a:stretch/>
        </p:blipFill>
        <p:spPr>
          <a:xfrm>
            <a:off x="365750" y="1224174"/>
            <a:ext cx="8458501" cy="3325450"/>
          </a:xfrm>
          <a:prstGeom prst="rect">
            <a:avLst/>
          </a:prstGeom>
          <a:noFill/>
          <a:ln>
            <a:noFill/>
          </a:ln>
        </p:spPr>
      </p:pic>
      <p:sp>
        <p:nvSpPr>
          <p:cNvPr id="362" name="Google Shape;362;p40"/>
          <p:cNvSpPr txBox="1"/>
          <p:nvPr/>
        </p:nvSpPr>
        <p:spPr>
          <a:xfrm>
            <a:off x="0" y="0"/>
            <a:ext cx="9144000" cy="285300"/>
          </a:xfrm>
          <a:prstGeom prst="rect">
            <a:avLst/>
          </a:prstGeom>
          <a:solidFill>
            <a:schemeClr val="accent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UPDATE MANUALLY</a:t>
            </a:r>
            <a:endParaRPr b="1" i="0" sz="1400" u="none" cap="none" strike="noStrik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1"/>
          <p:cNvSpPr txBox="1"/>
          <p:nvPr>
            <p:ph type="title"/>
          </p:nvPr>
        </p:nvSpPr>
        <p:spPr>
          <a:xfrm>
            <a:off x="365750" y="228600"/>
            <a:ext cx="8321100" cy="5850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000"/>
              </a:spcAft>
              <a:buSzPts val="2600"/>
              <a:buNone/>
            </a:pPr>
            <a:r>
              <a:rPr lang="en"/>
              <a:t>Dependencies - To be completed before Kickoff</a:t>
            </a:r>
            <a:endParaRPr/>
          </a:p>
        </p:txBody>
      </p:sp>
      <p:sp>
        <p:nvSpPr>
          <p:cNvPr id="368" name="Google Shape;368;p41"/>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en"/>
              <a:t>‹#›</a:t>
            </a:fld>
            <a:endParaRPr/>
          </a:p>
        </p:txBody>
      </p:sp>
      <p:sp>
        <p:nvSpPr>
          <p:cNvPr id="369" name="Google Shape;369;p41"/>
          <p:cNvSpPr txBox="1"/>
          <p:nvPr>
            <p:ph idx="1" type="body"/>
          </p:nvPr>
        </p:nvSpPr>
        <p:spPr>
          <a:xfrm>
            <a:off x="365750" y="1021075"/>
            <a:ext cx="7304100" cy="400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Clr>
                <a:srgbClr val="000000"/>
              </a:buClr>
              <a:buSzPts val="1400"/>
              <a:buChar char="●"/>
            </a:pPr>
            <a:r>
              <a:rPr lang="en" sz="1200">
                <a:solidFill>
                  <a:srgbClr val="000000"/>
                </a:solidFill>
              </a:rPr>
              <a:t>{{dependencies}}</a:t>
            </a:r>
            <a:endParaRPr sz="1700"/>
          </a:p>
        </p:txBody>
      </p:sp>
      <p:sp>
        <p:nvSpPr>
          <p:cNvPr id="370" name="Google Shape;370;p41"/>
          <p:cNvSpPr txBox="1"/>
          <p:nvPr>
            <p:ph idx="4294967295" type="title"/>
          </p:nvPr>
        </p:nvSpPr>
        <p:spPr>
          <a:xfrm>
            <a:off x="3616050" y="4804200"/>
            <a:ext cx="1911900" cy="307800"/>
          </a:xfrm>
          <a:prstGeom prst="rect">
            <a:avLst/>
          </a:prstGeom>
          <a:noFill/>
          <a:ln>
            <a:noFill/>
          </a:ln>
        </p:spPr>
        <p:txBody>
          <a:bodyPr anchorCtr="0" anchor="t" bIns="91425" lIns="91425" spcFirstLastPara="1" rIns="91425" wrap="square" tIns="91425">
            <a:spAutoFit/>
          </a:bodyPr>
          <a:lstStyle/>
          <a:p>
            <a:pPr indent="0" lvl="0" marL="0" rtl="0" algn="ctr">
              <a:lnSpc>
                <a:spcPct val="105000"/>
              </a:lnSpc>
              <a:spcBef>
                <a:spcPts val="0"/>
              </a:spcBef>
              <a:spcAft>
                <a:spcPts val="0"/>
              </a:spcAft>
              <a:buSzPts val="2600"/>
              <a:buNone/>
            </a:pPr>
            <a:r>
              <a:rPr lang="en" sz="800">
                <a:solidFill>
                  <a:srgbClr val="A20000"/>
                </a:solidFill>
              </a:rPr>
              <a:t>This deck is for internal use only</a:t>
            </a:r>
            <a:endParaRPr sz="800">
              <a:solidFill>
                <a:srgbClr val="A20000"/>
              </a:solidFill>
            </a:endParaRPr>
          </a:p>
        </p:txBody>
      </p:sp>
      <p:sp>
        <p:nvSpPr>
          <p:cNvPr id="371" name="Google Shape;371;p41"/>
          <p:cNvSpPr txBox="1"/>
          <p:nvPr/>
        </p:nvSpPr>
        <p:spPr>
          <a:xfrm>
            <a:off x="0" y="0"/>
            <a:ext cx="9144000" cy="285300"/>
          </a:xfrm>
          <a:prstGeom prst="rect">
            <a:avLst/>
          </a:pr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Content from Proposal Generator Agent - REVIEW BEFORE USING!!!</a:t>
            </a:r>
            <a:endParaRPr b="1" i="0" sz="1400" u="none" cap="none" strike="noStrik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2"/>
          <p:cNvSpPr txBox="1"/>
          <p:nvPr>
            <p:ph type="title"/>
          </p:nvPr>
        </p:nvSpPr>
        <p:spPr>
          <a:xfrm>
            <a:off x="365750" y="228600"/>
            <a:ext cx="8321100" cy="5850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000"/>
              </a:spcAft>
              <a:buSzPts val="2600"/>
              <a:buNone/>
            </a:pPr>
            <a:r>
              <a:rPr lang="en"/>
              <a:t>Detailed RACI </a:t>
            </a:r>
            <a:endParaRPr>
              <a:solidFill>
                <a:srgbClr val="FF0000"/>
              </a:solidFill>
            </a:endParaRPr>
          </a:p>
        </p:txBody>
      </p:sp>
      <p:sp>
        <p:nvSpPr>
          <p:cNvPr id="377" name="Google Shape;377;p4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en"/>
              <a:t>‹#›</a:t>
            </a:fld>
            <a:endParaRPr/>
          </a:p>
        </p:txBody>
      </p:sp>
      <p:sp>
        <p:nvSpPr>
          <p:cNvPr id="378" name="Google Shape;378;p42"/>
          <p:cNvSpPr/>
          <p:nvPr/>
        </p:nvSpPr>
        <p:spPr>
          <a:xfrm>
            <a:off x="9065888" y="53025"/>
            <a:ext cx="593784" cy="284364"/>
          </a:xfrm>
          <a:prstGeom prst="flowChartDocument">
            <a:avLst/>
          </a:prstGeom>
          <a:solidFill>
            <a:srgbClr val="11577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chemeClr val="lt1"/>
                </a:solidFill>
                <a:latin typeface="Arial"/>
                <a:ea typeface="Arial"/>
                <a:cs typeface="Arial"/>
                <a:sym typeface="Arial"/>
              </a:rPr>
              <a:t>Include in IC slides</a:t>
            </a:r>
            <a:endParaRPr b="0" i="0" sz="700" u="none" cap="none" strike="noStrike">
              <a:solidFill>
                <a:schemeClr val="lt1"/>
              </a:solidFill>
              <a:latin typeface="Arial"/>
              <a:ea typeface="Arial"/>
              <a:cs typeface="Arial"/>
              <a:sym typeface="Arial"/>
            </a:endParaRPr>
          </a:p>
        </p:txBody>
      </p:sp>
      <p:sp>
        <p:nvSpPr>
          <p:cNvPr id="379" name="Google Shape;379;p42"/>
          <p:cNvSpPr txBox="1"/>
          <p:nvPr>
            <p:ph idx="4294967295" type="title"/>
          </p:nvPr>
        </p:nvSpPr>
        <p:spPr>
          <a:xfrm>
            <a:off x="3616050" y="4913105"/>
            <a:ext cx="1911900" cy="307800"/>
          </a:xfrm>
          <a:prstGeom prst="rect">
            <a:avLst/>
          </a:prstGeom>
          <a:noFill/>
          <a:ln>
            <a:noFill/>
          </a:ln>
        </p:spPr>
        <p:txBody>
          <a:bodyPr anchorCtr="0" anchor="t" bIns="91425" lIns="91425" spcFirstLastPara="1" rIns="91425" wrap="square" tIns="91425">
            <a:spAutoFit/>
          </a:bodyPr>
          <a:lstStyle/>
          <a:p>
            <a:pPr indent="0" lvl="0" marL="0" rtl="0" algn="ctr">
              <a:lnSpc>
                <a:spcPct val="105000"/>
              </a:lnSpc>
              <a:spcBef>
                <a:spcPts val="0"/>
              </a:spcBef>
              <a:spcAft>
                <a:spcPts val="0"/>
              </a:spcAft>
              <a:buSzPts val="2600"/>
              <a:buNone/>
            </a:pPr>
            <a:r>
              <a:rPr lang="en" sz="800">
                <a:solidFill>
                  <a:srgbClr val="A20000"/>
                </a:solidFill>
              </a:rPr>
              <a:t>This deck is for internal use only</a:t>
            </a:r>
            <a:endParaRPr sz="800">
              <a:solidFill>
                <a:srgbClr val="A20000"/>
              </a:solidFill>
            </a:endParaRPr>
          </a:p>
        </p:txBody>
      </p:sp>
      <p:graphicFrame>
        <p:nvGraphicFramePr>
          <p:cNvPr id="380" name="Google Shape;380;p42"/>
          <p:cNvGraphicFramePr/>
          <p:nvPr/>
        </p:nvGraphicFramePr>
        <p:xfrm>
          <a:off x="165450" y="822042"/>
          <a:ext cx="3000000" cy="3000000"/>
        </p:xfrm>
        <a:graphic>
          <a:graphicData uri="http://schemas.openxmlformats.org/drawingml/2006/table">
            <a:tbl>
              <a:tblPr>
                <a:noFill/>
                <a:tableStyleId>{55457D9A-C1B9-4160-BD5C-B70F061C3EF8}</a:tableStyleId>
              </a:tblPr>
              <a:tblGrid>
                <a:gridCol w="3251425"/>
                <a:gridCol w="1432350"/>
                <a:gridCol w="1325300"/>
                <a:gridCol w="1367425"/>
                <a:gridCol w="1345200"/>
              </a:tblGrid>
              <a:tr h="208975">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chemeClr val="lt1"/>
                          </a:solidFill>
                        </a:rPr>
                        <a:t>Functional Activity</a:t>
                      </a:r>
                      <a:endParaRPr b="1" sz="1000" u="none" cap="none" strike="noStrike">
                        <a:solidFill>
                          <a:schemeClr val="lt1"/>
                        </a:solidFill>
                      </a:endParaRPr>
                    </a:p>
                  </a:txBody>
                  <a:tcPr marT="45700"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chemeClr val="lt1"/>
                          </a:solidFill>
                        </a:rPr>
                        <a:t>R (Responsible)</a:t>
                      </a:r>
                      <a:endParaRPr b="1" sz="1000" u="none" cap="none" strike="noStrike">
                        <a:solidFill>
                          <a:schemeClr val="lt1"/>
                        </a:solidFill>
                      </a:endParaRPr>
                    </a:p>
                  </a:txBody>
                  <a:tcPr marT="45700"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chemeClr val="lt1"/>
                          </a:solidFill>
                        </a:rPr>
                        <a:t>A (Accountable)</a:t>
                      </a:r>
                      <a:endParaRPr b="1" sz="1000" u="none" cap="none" strike="noStrike">
                        <a:solidFill>
                          <a:schemeClr val="lt1"/>
                        </a:solidFill>
                      </a:endParaRPr>
                    </a:p>
                  </a:txBody>
                  <a:tcPr marT="45700"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chemeClr val="lt1"/>
                          </a:solidFill>
                        </a:rPr>
                        <a:t>C (Consulted)</a:t>
                      </a:r>
                      <a:endParaRPr b="1" sz="1000" u="none" cap="none" strike="noStrike">
                        <a:solidFill>
                          <a:schemeClr val="lt1"/>
                        </a:solidFill>
                      </a:endParaRPr>
                    </a:p>
                  </a:txBody>
                  <a:tcPr marT="45700"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chemeClr val="lt1"/>
                          </a:solidFill>
                        </a:rPr>
                        <a:t>I (Informed)</a:t>
                      </a:r>
                      <a:endParaRPr b="1" sz="1000" u="none" cap="none" strike="noStrike">
                        <a:solidFill>
                          <a:schemeClr val="lt1"/>
                        </a:solidFill>
                      </a:endParaRPr>
                    </a:p>
                  </a:txBody>
                  <a:tcPr marT="45700"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r>
              <a:tr h="178675">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t>PMO / Planning / Program Ownership</a:t>
                      </a:r>
                      <a:endParaRPr b="1" sz="900" u="none" cap="none" strike="noStrike"/>
                    </a:p>
                  </a:txBody>
                  <a:tcPr marT="45700" marB="45700" marR="91425" marL="91425">
                    <a:lnT cap="flat" cmpd="sng" w="9525">
                      <a:solidFill>
                        <a:schemeClr val="lt1"/>
                      </a:solidFill>
                      <a:prstDash val="solid"/>
                      <a:round/>
                      <a:headEnd len="sm" w="sm" type="none"/>
                      <a:tailEnd len="sm" w="sm" type="none"/>
                    </a:lnT>
                    <a:solidFill>
                      <a:srgbClr val="C8C8C8"/>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lnT cap="flat" cmpd="sng" w="9525">
                      <a:solidFill>
                        <a:schemeClr val="lt1"/>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[CUSTOMER]</a:t>
                      </a:r>
                      <a:endParaRPr b="0" i="0" sz="900" u="none" cap="none" strike="noStrike">
                        <a:solidFill>
                          <a:srgbClr val="000000"/>
                        </a:solidFill>
                        <a:latin typeface="Arial"/>
                        <a:ea typeface="Arial"/>
                        <a:cs typeface="Arial"/>
                        <a:sym typeface="Arial"/>
                      </a:endParaRPr>
                    </a:p>
                  </a:txBody>
                  <a:tcPr marT="45700" marB="45700" marR="91425" marL="91425">
                    <a:lnL cap="flat" cmpd="sng" w="9525">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12700">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b="0" i="0" sz="900" u="none" cap="none" strike="noStrike">
                        <a:solidFill>
                          <a:srgbClr val="000000"/>
                        </a:solidFill>
                        <a:latin typeface="Arial"/>
                        <a:ea typeface="Arial"/>
                        <a:cs typeface="Arial"/>
                        <a:sym typeface="Arial"/>
                      </a:endParaRPr>
                    </a:p>
                  </a:txBody>
                  <a:tcPr marT="45700" marB="45700"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07100">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t>Detailed Architecture Analysis &amp; Recommendations</a:t>
                      </a:r>
                      <a:endParaRPr b="1" sz="900" u="none" cap="none" strike="noStrike"/>
                    </a:p>
                  </a:txBody>
                  <a:tcPr marT="45700" marB="45700" marR="91425" marL="91425">
                    <a:solidFill>
                      <a:srgbClr val="C8C8C8"/>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b="0" i="0" sz="900" u="none" cap="none" strike="noStrike">
                        <a:solidFill>
                          <a:srgbClr val="000000"/>
                        </a:solidFill>
                        <a:latin typeface="Arial"/>
                        <a:ea typeface="Arial"/>
                        <a:cs typeface="Arial"/>
                        <a:sym typeface="Arial"/>
                      </a:endParaRPr>
                    </a:p>
                  </a:txBody>
                  <a:tcPr marT="45700" marB="45700" marR="91425" marL="91425">
                    <a:lnT cap="flat" cmpd="sng" w="12700">
                      <a:solidFill>
                        <a:schemeClr val="dk1">
                          <a:alpha val="0"/>
                        </a:schemeClr>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b="0" i="0" sz="900" u="none" cap="none" strike="noStrike">
                        <a:solidFill>
                          <a:srgbClr val="000000"/>
                        </a:solidFill>
                        <a:latin typeface="Arial"/>
                        <a:ea typeface="Arial"/>
                        <a:cs typeface="Arial"/>
                        <a:sym typeface="Arial"/>
                      </a:endParaRPr>
                    </a:p>
                  </a:txBody>
                  <a:tcPr marT="45700" marB="45700" marR="91425" marL="91425">
                    <a:lnT cap="flat" cmpd="sng" w="12700">
                      <a:solidFill>
                        <a:schemeClr val="lt1"/>
                      </a:solidFill>
                      <a:prstDash val="solid"/>
                      <a:round/>
                      <a:headEnd len="sm" w="sm" type="none"/>
                      <a:tailEnd len="sm" w="sm" type="none"/>
                    </a:lnT>
                  </a:tcPr>
                </a:tc>
              </a:tr>
              <a:tr h="178675">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t>Target Operating Model - DataMesh/DataOps</a:t>
                      </a:r>
                      <a:endParaRPr b="1" sz="900" u="none" cap="none" strike="noStrike"/>
                    </a:p>
                  </a:txBody>
                  <a:tcPr marT="45700" marB="45700" marR="91425" marL="91425">
                    <a:solidFill>
                      <a:srgbClr val="C8C8C8"/>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14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r>
              <a:tr h="178675">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t>Quick Start Framework</a:t>
                      </a:r>
                      <a:endParaRPr b="1" sz="900" u="none" cap="none" strike="noStrike"/>
                    </a:p>
                  </a:txBody>
                  <a:tcPr marT="45700" marB="45700" marR="91425" marL="91425">
                    <a:solidFill>
                      <a:srgbClr val="C8C8C8"/>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14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r>
              <a:tr h="178675">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t>Data Migration Factory Framework</a:t>
                      </a:r>
                      <a:endParaRPr b="1" sz="900" u="none" cap="none" strike="noStrike"/>
                    </a:p>
                  </a:txBody>
                  <a:tcPr marT="45700" marB="45700" marR="91425" marL="91425">
                    <a:solidFill>
                      <a:srgbClr val="C8C8C8"/>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14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r>
              <a:tr h="178675">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t>Network Setup and Security</a:t>
                      </a:r>
                      <a:endParaRPr b="1" sz="900" u="none" cap="none" strike="noStrike"/>
                    </a:p>
                  </a:txBody>
                  <a:tcPr marT="45700" marB="45700" marR="91425" marL="91425">
                    <a:solidFill>
                      <a:srgbClr val="C8C8C8"/>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r>
              <a:tr h="178675">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t>Env Setup at Customer (Snowflake)</a:t>
                      </a:r>
                      <a:endParaRPr b="1" sz="900" u="none" cap="none" strike="noStrike"/>
                    </a:p>
                  </a:txBody>
                  <a:tcPr marT="45700" marB="45700" marR="91425" marL="91425">
                    <a:solidFill>
                      <a:srgbClr val="C8C8C8"/>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r>
              <a:tr h="178675">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t>Security Model &amp; DCDF Setup (RBAC, Governance, etc)</a:t>
                      </a:r>
                      <a:endParaRPr b="1" sz="900" u="none" cap="none" strike="noStrike"/>
                    </a:p>
                  </a:txBody>
                  <a:tcPr marT="45700" marB="45700" marR="91425" marL="91425">
                    <a:solidFill>
                      <a:srgbClr val="C8C8C8"/>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r>
              <a:tr h="178675">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t>Data Migration &amp; Code Conversion Oversight</a:t>
                      </a:r>
                      <a:endParaRPr b="1" sz="900" u="none" cap="none" strike="noStrike"/>
                    </a:p>
                  </a:txBody>
                  <a:tcPr marT="45700" marB="45700" marR="91425" marL="91425">
                    <a:solidFill>
                      <a:srgbClr val="C8C8C8"/>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r>
              <a:tr h="178675">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t>QA and Testing Plan</a:t>
                      </a:r>
                      <a:endParaRPr b="1" sz="900" u="none" cap="none" strike="noStrike"/>
                    </a:p>
                  </a:txBody>
                  <a:tcPr marT="45700" marB="45700" marR="91425" marL="91425">
                    <a:solidFill>
                      <a:srgbClr val="C8C8C8"/>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r>
              <a:tr h="178675">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t>Unit Testing - Compilation of Code</a:t>
                      </a:r>
                      <a:endParaRPr b="1" sz="900" u="none" cap="none" strike="noStrike"/>
                    </a:p>
                  </a:txBody>
                  <a:tcPr marT="45700" marB="45700" marR="91425" marL="91425">
                    <a:solidFill>
                      <a:srgbClr val="C8C8C8"/>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r>
              <a:tr h="178675">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t>Historical Data Migration Ingestion &amp; Orchestration</a:t>
                      </a:r>
                      <a:endParaRPr b="1" sz="900" u="none" cap="none" strike="noStrike"/>
                    </a:p>
                  </a:txBody>
                  <a:tcPr marT="45700" marB="45700" marR="91425" marL="91425">
                    <a:solidFill>
                      <a:srgbClr val="C8C8C8"/>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r>
              <a:tr h="178675">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t>Data Consumption Repointing (Reporting Tools)</a:t>
                      </a:r>
                      <a:endParaRPr b="1" sz="900" u="none" cap="none" strike="noStrike"/>
                    </a:p>
                  </a:txBody>
                  <a:tcPr marT="45700" marB="45700" marR="91425" marL="91425">
                    <a:solidFill>
                      <a:srgbClr val="C8C8C8"/>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r>
              <a:tr h="178675">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t>Data Verification (Integration Testing) Oversight</a:t>
                      </a:r>
                      <a:endParaRPr b="1" sz="900" u="none" cap="none" strike="noStrike"/>
                    </a:p>
                  </a:txBody>
                  <a:tcPr marT="45700" marB="45700" marR="91425" marL="91425">
                    <a:solidFill>
                      <a:srgbClr val="C8C8C8"/>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r>
              <a:tr h="178675">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t>User Acceptance Testing</a:t>
                      </a:r>
                      <a:endParaRPr b="1" sz="900" u="none" cap="none" strike="noStrike"/>
                    </a:p>
                  </a:txBody>
                  <a:tcPr marT="45700" marB="45700" marR="91425" marL="91425">
                    <a:solidFill>
                      <a:srgbClr val="C8C8C8"/>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r>
              <a:tr h="178675">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t>Deployment to Production</a:t>
                      </a:r>
                      <a:endParaRPr b="1" sz="900" u="none" cap="none" strike="noStrike"/>
                    </a:p>
                  </a:txBody>
                  <a:tcPr marT="45700" marB="45700" marR="91425" marL="91425">
                    <a:solidFill>
                      <a:srgbClr val="C8C8C8"/>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r>
              <a:tr h="178675">
                <a:tc>
                  <a:txBody>
                    <a:bodyPr/>
                    <a:lstStyle/>
                    <a:p>
                      <a:pPr indent="0" lvl="0" marL="0" marR="0" rtl="0" algn="l">
                        <a:lnSpc>
                          <a:spcPct val="100000"/>
                        </a:lnSpc>
                        <a:spcBef>
                          <a:spcPts val="0"/>
                        </a:spcBef>
                        <a:spcAft>
                          <a:spcPts val="0"/>
                        </a:spcAft>
                        <a:buClr>
                          <a:srgbClr val="000000"/>
                        </a:buClr>
                        <a:buSzPts val="900"/>
                        <a:buFont typeface="Arial"/>
                        <a:buNone/>
                      </a:pPr>
                      <a:r>
                        <a:rPr b="1" lang="en" sz="900" u="none" cap="none" strike="noStrike"/>
                        <a:t>Snowflake Performance Optimization</a:t>
                      </a:r>
                      <a:endParaRPr b="1" sz="900" u="none" cap="none" strike="noStrike"/>
                    </a:p>
                  </a:txBody>
                  <a:tcPr marT="45700" marB="45700" marR="91425" marL="91425">
                    <a:solidFill>
                      <a:srgbClr val="C8C8C8"/>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Snowflake</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[CUSTOMER]</a:t>
                      </a:r>
                      <a:endParaRPr sz="900" u="none" cap="none" strike="noStrike"/>
                    </a:p>
                  </a:txBody>
                  <a:tcPr marT="45700" marB="45700" marR="91425" marL="91425"/>
                </a:tc>
              </a:tr>
            </a:tbl>
          </a:graphicData>
        </a:graphic>
      </p:graphicFrame>
      <p:sp>
        <p:nvSpPr>
          <p:cNvPr id="381" name="Google Shape;381;p42"/>
          <p:cNvSpPr txBox="1"/>
          <p:nvPr/>
        </p:nvSpPr>
        <p:spPr>
          <a:xfrm>
            <a:off x="0" y="0"/>
            <a:ext cx="9144000" cy="285300"/>
          </a:xfrm>
          <a:prstGeom prst="rect">
            <a:avLst/>
          </a:prstGeom>
          <a:solidFill>
            <a:schemeClr val="accent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UPDATE MANUALLY</a:t>
            </a:r>
            <a:endParaRPr b="1" i="0" sz="1400" u="none" cap="none" strike="noStrike">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3"/>
          <p:cNvSpPr txBox="1"/>
          <p:nvPr>
            <p:ph type="title"/>
          </p:nvPr>
        </p:nvSpPr>
        <p:spPr>
          <a:xfrm>
            <a:off x="265797" y="-19325"/>
            <a:ext cx="8344800" cy="5487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2600"/>
              <a:buNone/>
            </a:pPr>
            <a:r>
              <a:rPr lang="en" sz="1700"/>
              <a:t>Governance Cadence</a:t>
            </a:r>
            <a:endParaRPr sz="1700"/>
          </a:p>
        </p:txBody>
      </p:sp>
      <p:graphicFrame>
        <p:nvGraphicFramePr>
          <p:cNvPr id="387" name="Google Shape;387;p43"/>
          <p:cNvGraphicFramePr/>
          <p:nvPr/>
        </p:nvGraphicFramePr>
        <p:xfrm>
          <a:off x="411463" y="397376"/>
          <a:ext cx="3000000" cy="3000000"/>
        </p:xfrm>
        <a:graphic>
          <a:graphicData uri="http://schemas.openxmlformats.org/drawingml/2006/table">
            <a:tbl>
              <a:tblPr>
                <a:noFill/>
                <a:tableStyleId>{C735AAE6-CB1A-4152-9009-68C0DF7E0538}</a:tableStyleId>
              </a:tblPr>
              <a:tblGrid>
                <a:gridCol w="1093175"/>
                <a:gridCol w="708550"/>
                <a:gridCol w="2225950"/>
                <a:gridCol w="2269300"/>
                <a:gridCol w="2024075"/>
              </a:tblGrid>
              <a:tr h="114300">
                <a:tc>
                  <a:txBody>
                    <a:bodyPr/>
                    <a:lstStyle/>
                    <a:p>
                      <a:pPr indent="0" lvl="0" marL="0" marR="0" rtl="0" algn="ctr">
                        <a:lnSpc>
                          <a:spcPct val="100000"/>
                        </a:lnSpc>
                        <a:spcBef>
                          <a:spcPts val="0"/>
                        </a:spcBef>
                        <a:spcAft>
                          <a:spcPts val="0"/>
                        </a:spcAft>
                        <a:buClr>
                          <a:srgbClr val="000000"/>
                        </a:buClr>
                        <a:buSzPts val="900"/>
                        <a:buFont typeface="Arial"/>
                        <a:buNone/>
                      </a:pPr>
                      <a:r>
                        <a:rPr b="1" lang="en" sz="900" u="none" cap="none" strike="noStrike">
                          <a:solidFill>
                            <a:schemeClr val="lt1"/>
                          </a:solidFill>
                        </a:rPr>
                        <a:t>Forum</a:t>
                      </a:r>
                      <a:endParaRPr b="1" sz="900" u="none" cap="none" strike="noStrike">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 sz="900" u="none" cap="none" strike="noStrike">
                          <a:solidFill>
                            <a:schemeClr val="lt1"/>
                          </a:solidFill>
                        </a:rPr>
                        <a:t>Cadence</a:t>
                      </a:r>
                      <a:endParaRPr b="1" sz="900" u="none" cap="none" strike="noStrike">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 sz="900" u="none" cap="none" strike="noStrike">
                          <a:solidFill>
                            <a:schemeClr val="lt1"/>
                          </a:solidFill>
                        </a:rPr>
                        <a:t>Participation By Role</a:t>
                      </a:r>
                      <a:endParaRPr b="1" sz="900" u="none" cap="none" strike="noStrike">
                        <a:solidFill>
                          <a:schemeClr val="lt1"/>
                        </a:solidFill>
                      </a:endParaRPr>
                    </a:p>
                  </a:txBody>
                  <a:tcPr marT="0" marB="0" marR="0" marL="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 sz="900" u="none" cap="none" strike="noStrike">
                          <a:solidFill>
                            <a:schemeClr val="lt1"/>
                          </a:solidFill>
                        </a:rPr>
                        <a:t>Responsibility</a:t>
                      </a:r>
                      <a:endParaRPr b="1" sz="900" u="none" cap="none" strike="noStrike">
                        <a:solidFill>
                          <a:schemeClr val="lt1"/>
                        </a:solidFill>
                      </a:endParaRPr>
                    </a:p>
                  </a:txBody>
                  <a:tcPr marT="0" marB="0" marR="0" marL="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 sz="900" u="none" cap="none" strike="noStrike">
                          <a:solidFill>
                            <a:schemeClr val="lt1"/>
                          </a:solidFill>
                        </a:rPr>
                        <a:t>Materials or Collateral</a:t>
                      </a:r>
                      <a:endParaRPr b="1" sz="900" u="none" cap="none" strike="noStrike">
                        <a:solidFill>
                          <a:schemeClr val="lt1"/>
                        </a:solidFill>
                      </a:endParaRPr>
                    </a:p>
                  </a:txBody>
                  <a:tcPr marT="0" marB="0" marR="0" marL="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r>
              <a:tr h="396250">
                <a:tc>
                  <a:txBody>
                    <a:bodyPr/>
                    <a:lstStyle/>
                    <a:p>
                      <a:pPr indent="0" lvl="0" marL="0" marR="0" rtl="0" algn="l">
                        <a:lnSpc>
                          <a:spcPct val="115000"/>
                        </a:lnSpc>
                        <a:spcBef>
                          <a:spcPts val="0"/>
                        </a:spcBef>
                        <a:spcAft>
                          <a:spcPts val="0"/>
                        </a:spcAft>
                        <a:buClr>
                          <a:srgbClr val="000000"/>
                        </a:buClr>
                        <a:buSzPts val="600"/>
                        <a:buFont typeface="Arial"/>
                        <a:buNone/>
                      </a:pPr>
                      <a:r>
                        <a:rPr b="1" lang="en" sz="600" u="none" cap="none" strike="noStrike"/>
                        <a:t>{{gov_forum}}</a:t>
                      </a:r>
                      <a:endParaRPr sz="6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t>{{gov_cadence}}</a:t>
                      </a:r>
                      <a:endParaRPr sz="6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t>{{gov_roles}}</a:t>
                      </a:r>
                      <a:endParaRPr sz="6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t>{{gov_responsibility}}</a:t>
                      </a:r>
                      <a:endParaRPr sz="6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t>{{gov_material}}</a:t>
                      </a:r>
                      <a:endParaRPr sz="6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88" name="Google Shape;388;p43"/>
          <p:cNvSpPr txBox="1"/>
          <p:nvPr/>
        </p:nvSpPr>
        <p:spPr>
          <a:xfrm>
            <a:off x="0" y="0"/>
            <a:ext cx="9144000" cy="285300"/>
          </a:xfrm>
          <a:prstGeom prst="rect">
            <a:avLst/>
          </a:prstGeom>
          <a:solidFill>
            <a:schemeClr val="accent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UPDATE MANUALLY</a:t>
            </a:r>
            <a:endParaRPr b="1" i="0" sz="1400" u="none" cap="none" strike="noStrike">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4"/>
          <p:cNvSpPr txBox="1"/>
          <p:nvPr>
            <p:ph type="title"/>
          </p:nvPr>
        </p:nvSpPr>
        <p:spPr>
          <a:xfrm>
            <a:off x="365750" y="228600"/>
            <a:ext cx="8321100" cy="5850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000"/>
              </a:spcAft>
              <a:buSzPts val="2600"/>
              <a:buNone/>
            </a:pPr>
            <a:r>
              <a:rPr lang="en"/>
              <a:t>Commercials / Pricing </a:t>
            </a:r>
            <a:endParaRPr/>
          </a:p>
        </p:txBody>
      </p:sp>
      <p:sp>
        <p:nvSpPr>
          <p:cNvPr id="394" name="Google Shape;394;p4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en"/>
              <a:t>‹#›</a:t>
            </a:fld>
            <a:endParaRPr/>
          </a:p>
        </p:txBody>
      </p:sp>
      <p:graphicFrame>
        <p:nvGraphicFramePr>
          <p:cNvPr id="395" name="Google Shape;395;p44"/>
          <p:cNvGraphicFramePr/>
          <p:nvPr/>
        </p:nvGraphicFramePr>
        <p:xfrm>
          <a:off x="1626606" y="2288049"/>
          <a:ext cx="3000000" cy="3000000"/>
        </p:xfrm>
        <a:graphic>
          <a:graphicData uri="http://schemas.openxmlformats.org/drawingml/2006/table">
            <a:tbl>
              <a:tblPr bandRow="1" firstRow="1">
                <a:noFill/>
                <a:tableStyleId>{D701212E-F621-4485-8817-783C0675FF43}</a:tableStyleId>
              </a:tblPr>
              <a:tblGrid>
                <a:gridCol w="3116300"/>
                <a:gridCol w="868125"/>
                <a:gridCol w="1021750"/>
                <a:gridCol w="1352250"/>
              </a:tblGrid>
              <a:tr h="436650">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rgbClr val="717171"/>
                        </a:solidFill>
                      </a:endParaRPr>
                    </a:p>
                    <a:p>
                      <a:pPr indent="0" lvl="0" marL="0" marR="0" rtl="0" algn="l">
                        <a:lnSpc>
                          <a:spcPct val="100000"/>
                        </a:lnSpc>
                        <a:spcBef>
                          <a:spcPts val="0"/>
                        </a:spcBef>
                        <a:spcAft>
                          <a:spcPts val="0"/>
                        </a:spcAft>
                        <a:buClr>
                          <a:srgbClr val="000000"/>
                        </a:buClr>
                        <a:buSzPts val="1200"/>
                        <a:buFont typeface="Arial"/>
                        <a:buNone/>
                      </a:pPr>
                      <a:r>
                        <a:t/>
                      </a:r>
                      <a:endParaRPr i="0" sz="1200" u="none" cap="none" strike="noStrike">
                        <a:solidFill>
                          <a:srgbClr val="717171"/>
                        </a:solidFill>
                      </a:endParaRPr>
                    </a:p>
                  </a:txBody>
                  <a:tcPr marT="45725" marB="45725" marR="91450" marL="914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rgbClr val="5B5B5B"/>
                          </a:solidFill>
                        </a:rPr>
                        <a:t>Expected Hours</a:t>
                      </a:r>
                      <a:endParaRPr b="1" i="0" sz="1200" u="none" cap="none" strike="noStrike">
                        <a:solidFill>
                          <a:srgbClr val="5B5B5B"/>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rgbClr val="5B5B5B"/>
                          </a:solidFill>
                        </a:rPr>
                        <a:t>Snowflake Rate</a:t>
                      </a:r>
                      <a:endParaRPr b="1" i="0" sz="1200" u="none" cap="none" strike="noStrike">
                        <a:solidFill>
                          <a:srgbClr val="5B5B5B"/>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5B5B5B"/>
                        </a:buClr>
                        <a:buSzPts val="1200"/>
                        <a:buFont typeface="Arial"/>
                        <a:buNone/>
                      </a:pPr>
                      <a:r>
                        <a:rPr lang="en" sz="1200" u="none" cap="none" strike="noStrike">
                          <a:solidFill>
                            <a:srgbClr val="5B5B5B"/>
                          </a:solidFill>
                        </a:rPr>
                        <a:t>Price</a:t>
                      </a:r>
                      <a:endParaRPr b="1" i="0" sz="1200" u="none" cap="none" strike="noStrike">
                        <a:solidFill>
                          <a:srgbClr val="5B5B5B"/>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r h="203625">
                <a:tc>
                  <a:txBody>
                    <a:bodyPr/>
                    <a:lstStyle/>
                    <a:p>
                      <a:pPr indent="0" lvl="0" marL="0" marR="0" rtl="0" algn="r">
                        <a:lnSpc>
                          <a:spcPct val="100000"/>
                        </a:lnSpc>
                        <a:spcBef>
                          <a:spcPts val="0"/>
                        </a:spcBef>
                        <a:spcAft>
                          <a:spcPts val="0"/>
                        </a:spcAft>
                        <a:buClr>
                          <a:srgbClr val="000000"/>
                        </a:buClr>
                        <a:buSzPts val="1200"/>
                        <a:buFont typeface="Arial"/>
                        <a:buNone/>
                      </a:pPr>
                      <a:r>
                        <a:rPr b="1" lang="en" sz="1100" u="none" cap="none" strike="noStrike">
                          <a:solidFill>
                            <a:srgbClr val="FFFFFF"/>
                          </a:solidFill>
                        </a:rPr>
                        <a:t>T&amp;M Senior Solution Architect</a:t>
                      </a:r>
                      <a:endParaRPr sz="1300" u="none" cap="none" strike="noStrike"/>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8C8C8"/>
                      </a:solidFill>
                      <a:prstDash val="solid"/>
                      <a:round/>
                      <a:headEnd len="sm" w="sm" type="none"/>
                      <a:tailEnd len="sm" w="sm" type="none"/>
                    </a:lnB>
                    <a:solidFill>
                      <a:srgbClr val="105780"/>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100</a:t>
                      </a:r>
                      <a:endParaRPr sz="1100" u="none" cap="none" strike="noStrike"/>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$400</a:t>
                      </a:r>
                      <a:endParaRPr sz="1100" u="none" cap="none" strike="noStrike"/>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000000"/>
                          </a:solidFill>
                          <a:latin typeface="Calibri"/>
                          <a:ea typeface="Calibri"/>
                          <a:cs typeface="Calibri"/>
                          <a:sym typeface="Calibri"/>
                        </a:rPr>
                        <a:t>$40,000</a:t>
                      </a:r>
                      <a:endParaRPr b="1" sz="1200" u="none" cap="none" strike="noStrike">
                        <a:solidFill>
                          <a:srgbClr val="000000"/>
                        </a:solidFill>
                        <a:latin typeface="Calibri"/>
                        <a:ea typeface="Calibri"/>
                        <a:cs typeface="Calibri"/>
                        <a:sym typeface="Calibri"/>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r h="152400">
                <a:tc>
                  <a:txBody>
                    <a:bodyPr/>
                    <a:lstStyle/>
                    <a:p>
                      <a:pPr indent="0" lvl="0" marL="0" marR="0" rtl="0" algn="r">
                        <a:lnSpc>
                          <a:spcPct val="100000"/>
                        </a:lnSpc>
                        <a:spcBef>
                          <a:spcPts val="0"/>
                        </a:spcBef>
                        <a:spcAft>
                          <a:spcPts val="0"/>
                        </a:spcAft>
                        <a:buClr>
                          <a:srgbClr val="000000"/>
                        </a:buClr>
                        <a:buSzPts val="1100"/>
                        <a:buFont typeface="Arial"/>
                        <a:buNone/>
                      </a:pPr>
                      <a:r>
                        <a:rPr b="1" lang="en" sz="1100" u="none" cap="none" strike="noStrike">
                          <a:solidFill>
                            <a:schemeClr val="lt1"/>
                          </a:solidFill>
                        </a:rPr>
                        <a:t>T&amp;M Solution Architect</a:t>
                      </a:r>
                      <a:endParaRPr b="1" sz="1100" u="none" cap="none" strike="noStrike">
                        <a:solidFill>
                          <a:srgbClr val="FFFFFF"/>
                        </a:solidFil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105780"/>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750</a:t>
                      </a:r>
                      <a:endParaRPr sz="1100" u="none" cap="none" strike="noStrike"/>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$325</a:t>
                      </a:r>
                      <a:endParaRPr sz="1100" u="none" cap="none" strike="noStrike"/>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000000"/>
                          </a:solidFill>
                          <a:latin typeface="Calibri"/>
                          <a:ea typeface="Calibri"/>
                          <a:cs typeface="Calibri"/>
                          <a:sym typeface="Calibri"/>
                        </a:rPr>
                        <a:t>$243,750</a:t>
                      </a:r>
                      <a:endParaRPr b="1" sz="1200" u="none" cap="none" strike="noStrike">
                        <a:solidFill>
                          <a:srgbClr val="000000"/>
                        </a:solidFill>
                        <a:latin typeface="Calibri"/>
                        <a:ea typeface="Calibri"/>
                        <a:cs typeface="Calibri"/>
                        <a:sym typeface="Calibri"/>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r h="152400">
                <a:tc>
                  <a:txBody>
                    <a:bodyPr/>
                    <a:lstStyle/>
                    <a:p>
                      <a:pPr indent="0" lvl="0" marL="0" marR="0" rtl="0" algn="r">
                        <a:lnSpc>
                          <a:spcPct val="100000"/>
                        </a:lnSpc>
                        <a:spcBef>
                          <a:spcPts val="0"/>
                        </a:spcBef>
                        <a:spcAft>
                          <a:spcPts val="0"/>
                        </a:spcAft>
                        <a:buClr>
                          <a:srgbClr val="000000"/>
                        </a:buClr>
                        <a:buSzPts val="1200"/>
                        <a:buFont typeface="Arial"/>
                        <a:buNone/>
                      </a:pPr>
                      <a:r>
                        <a:rPr b="1" lang="en" sz="1100" u="none" cap="none" strike="noStrike">
                          <a:solidFill>
                            <a:schemeClr val="lt1"/>
                          </a:solidFill>
                        </a:rPr>
                        <a:t>T&amp;M Service Delivery Manager</a:t>
                      </a:r>
                      <a:endParaRPr b="1" sz="1100" u="none" cap="none" strike="noStrike">
                        <a:solidFill>
                          <a:srgbClr val="FFFFFF"/>
                        </a:solidFill>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105780"/>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160</a:t>
                      </a:r>
                      <a:endParaRPr sz="1100" u="none" cap="none" strike="noStrike"/>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t>$250</a:t>
                      </a:r>
                      <a:endParaRPr sz="1100" u="none" cap="none" strike="noStrike"/>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000000"/>
                          </a:solidFill>
                          <a:latin typeface="Calibri"/>
                          <a:ea typeface="Calibri"/>
                          <a:cs typeface="Calibri"/>
                          <a:sym typeface="Calibri"/>
                        </a:rPr>
                        <a:t>$40,000</a:t>
                      </a:r>
                      <a:endParaRPr b="1" sz="1200" u="none" cap="none" strike="noStrike">
                        <a:solidFill>
                          <a:srgbClr val="000000"/>
                        </a:solidFill>
                        <a:latin typeface="Calibri"/>
                        <a:ea typeface="Calibri"/>
                        <a:cs typeface="Calibri"/>
                        <a:sym typeface="Calibri"/>
                      </a:endParaRPr>
                    </a:p>
                  </a:txBody>
                  <a:tcPr marT="45725" marB="45725" marR="91450" marL="91450" anchor="ctr">
                    <a:lnL cap="flat" cmpd="sng" w="12700">
                      <a:solidFill>
                        <a:srgbClr val="C8C8C8"/>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bl>
          </a:graphicData>
        </a:graphic>
      </p:graphicFrame>
      <p:graphicFrame>
        <p:nvGraphicFramePr>
          <p:cNvPr id="396" name="Google Shape;396;p44"/>
          <p:cNvGraphicFramePr/>
          <p:nvPr/>
        </p:nvGraphicFramePr>
        <p:xfrm>
          <a:off x="3723343" y="3650030"/>
          <a:ext cx="3000000" cy="3000000"/>
        </p:xfrm>
        <a:graphic>
          <a:graphicData uri="http://schemas.openxmlformats.org/drawingml/2006/table">
            <a:tbl>
              <a:tblPr bandRow="1" firstRow="1">
                <a:noFill/>
                <a:tableStyleId>{D701212E-F621-4485-8817-783C0675FF43}</a:tableStyleId>
              </a:tblPr>
              <a:tblGrid>
                <a:gridCol w="2909425"/>
                <a:gridCol w="1352250"/>
              </a:tblGrid>
              <a:tr h="210175">
                <a:tc>
                  <a:txBody>
                    <a:bodyPr/>
                    <a:lstStyle/>
                    <a:p>
                      <a:pPr indent="0" lvl="0" marL="0" marR="0" rtl="0" algn="r">
                        <a:lnSpc>
                          <a:spcPct val="100000"/>
                        </a:lnSpc>
                        <a:spcBef>
                          <a:spcPts val="0"/>
                        </a:spcBef>
                        <a:spcAft>
                          <a:spcPts val="0"/>
                        </a:spcAft>
                        <a:buClr>
                          <a:srgbClr val="000000"/>
                        </a:buClr>
                        <a:buSzPts val="1400"/>
                        <a:buFont typeface="Arial"/>
                        <a:buNone/>
                      </a:pPr>
                      <a:r>
                        <a:rPr lang="en" sz="1400" u="none" cap="none" strike="noStrike"/>
                        <a:t>Sub-total</a:t>
                      </a:r>
                      <a:endParaRPr b="1" sz="1400" u="none" cap="none" strike="noStrike">
                        <a:solidFill>
                          <a:srgbClr val="FFFFFF"/>
                        </a:solidFill>
                      </a:endParaRPr>
                    </a:p>
                  </a:txBody>
                  <a:tcPr marT="45725" marB="45725" marR="91450" marL="91450" anchor="ctr">
                    <a:lnL cap="flat" cmpd="sng" w="12700">
                      <a:solidFill>
                        <a:srgbClr val="C8C8C8"/>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105780"/>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 sz="1200" u="none" cap="none" strike="noStrike">
                          <a:solidFill>
                            <a:srgbClr val="000000"/>
                          </a:solidFill>
                          <a:latin typeface="Calibri"/>
                          <a:ea typeface="Calibri"/>
                          <a:cs typeface="Calibri"/>
                          <a:sym typeface="Calibri"/>
                        </a:rPr>
                        <a:t>$323,750</a:t>
                      </a:r>
                      <a:endParaRPr b="0" sz="1200" u="none" cap="none" strike="noStrike">
                        <a:solidFill>
                          <a:srgbClr val="000000"/>
                        </a:solidFill>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r h="210175">
                <a:tc>
                  <a:txBody>
                    <a:bodyPr/>
                    <a:lstStyle/>
                    <a:p>
                      <a:pPr indent="0" lvl="0" marL="0" marR="0" rtl="0" algn="r">
                        <a:lnSpc>
                          <a:spcPct val="100000"/>
                        </a:lnSpc>
                        <a:spcBef>
                          <a:spcPts val="0"/>
                        </a:spcBef>
                        <a:spcAft>
                          <a:spcPts val="0"/>
                        </a:spcAft>
                        <a:buClr>
                          <a:srgbClr val="000000"/>
                        </a:buClr>
                        <a:buSzPts val="1400"/>
                        <a:buFont typeface="Arial"/>
                        <a:buNone/>
                      </a:pPr>
                      <a:r>
                        <a:rPr b="1" lang="en" sz="1400" u="none" cap="none" strike="noStrike">
                          <a:solidFill>
                            <a:srgbClr val="FFFFFF"/>
                          </a:solidFill>
                        </a:rPr>
                        <a:t>Less Snowflake Investment</a:t>
                      </a:r>
                      <a:endParaRPr b="1" sz="1400" u="none" cap="none" strike="noStrike">
                        <a:solidFill>
                          <a:srgbClr val="FFFFFF"/>
                        </a:solidFill>
                      </a:endParaRPr>
                    </a:p>
                  </a:txBody>
                  <a:tcPr marT="45725" marB="45725" marR="91450" marL="91450" anchor="ctr">
                    <a:lnL cap="flat" cmpd="sng" w="12700">
                      <a:solidFill>
                        <a:srgbClr val="C8C8C8"/>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105780"/>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solidFill>
                            <a:srgbClr val="000000"/>
                          </a:solidFill>
                          <a:latin typeface="Calibri"/>
                          <a:ea typeface="Calibri"/>
                          <a:cs typeface="Calibri"/>
                          <a:sym typeface="Calibri"/>
                        </a:rPr>
                        <a:t>($142,000)</a:t>
                      </a:r>
                      <a:endParaRPr sz="1200" u="none" cap="none" strike="noStrike">
                        <a:solidFill>
                          <a:srgbClr val="000000"/>
                        </a:solidFill>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r h="210175">
                <a:tc>
                  <a:txBody>
                    <a:bodyPr/>
                    <a:lstStyle/>
                    <a:p>
                      <a:pPr indent="0" lvl="0" marL="0" marR="0" rtl="0" algn="r">
                        <a:lnSpc>
                          <a:spcPct val="100000"/>
                        </a:lnSpc>
                        <a:spcBef>
                          <a:spcPts val="0"/>
                        </a:spcBef>
                        <a:spcAft>
                          <a:spcPts val="0"/>
                        </a:spcAft>
                        <a:buClr>
                          <a:srgbClr val="000000"/>
                        </a:buClr>
                        <a:buSzPts val="1400"/>
                        <a:buFont typeface="Arial"/>
                        <a:buNone/>
                      </a:pPr>
                      <a:r>
                        <a:rPr b="1" lang="en" sz="1400" u="none" cap="none" strike="noStrike">
                          <a:solidFill>
                            <a:srgbClr val="FFFFFF"/>
                          </a:solidFill>
                        </a:rPr>
                        <a:t>Trimble Total</a:t>
                      </a:r>
                      <a:endParaRPr b="1" sz="1400" u="none" cap="none" strike="noStrike">
                        <a:solidFill>
                          <a:srgbClr val="FFFFFF"/>
                        </a:solidFill>
                      </a:endParaRPr>
                    </a:p>
                  </a:txBody>
                  <a:tcPr marT="45725" marB="45725" marR="91450" marL="91450" anchor="ctr">
                    <a:lnL cap="flat" cmpd="sng" w="12700">
                      <a:solidFill>
                        <a:srgbClr val="C8C8C8"/>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105780"/>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000000"/>
                          </a:solidFill>
                          <a:latin typeface="Calibri"/>
                          <a:ea typeface="Calibri"/>
                          <a:cs typeface="Calibri"/>
                          <a:sym typeface="Calibri"/>
                        </a:rPr>
                        <a:t>$181,750</a:t>
                      </a:r>
                      <a:endParaRPr b="1" sz="1200" u="none" cap="none" strike="noStrike">
                        <a:solidFill>
                          <a:srgbClr val="262626"/>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C8C8C8"/>
                      </a:solidFill>
                      <a:prstDash val="solid"/>
                      <a:round/>
                      <a:headEnd len="sm" w="sm" type="none"/>
                      <a:tailEnd len="sm" w="sm" type="none"/>
                    </a:lnR>
                    <a:lnT cap="flat" cmpd="sng" w="12700">
                      <a:solidFill>
                        <a:srgbClr val="C8C8C8"/>
                      </a:solidFill>
                      <a:prstDash val="solid"/>
                      <a:round/>
                      <a:headEnd len="sm" w="sm" type="none"/>
                      <a:tailEnd len="sm" w="sm" type="none"/>
                    </a:lnT>
                    <a:lnB cap="flat" cmpd="sng" w="12700">
                      <a:solidFill>
                        <a:srgbClr val="C8C8C8"/>
                      </a:solidFill>
                      <a:prstDash val="solid"/>
                      <a:round/>
                      <a:headEnd len="sm" w="sm" type="none"/>
                      <a:tailEnd len="sm" w="sm" type="none"/>
                    </a:lnB>
                    <a:solidFill>
                      <a:srgbClr val="FFFFFF"/>
                    </a:solidFill>
                  </a:tcPr>
                </a:tc>
              </a:tr>
            </a:tbl>
          </a:graphicData>
        </a:graphic>
      </p:graphicFrame>
      <p:sp>
        <p:nvSpPr>
          <p:cNvPr id="397" name="Google Shape;397;p44"/>
          <p:cNvSpPr txBox="1"/>
          <p:nvPr/>
        </p:nvSpPr>
        <p:spPr>
          <a:xfrm>
            <a:off x="365750" y="4061675"/>
            <a:ext cx="2603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Arial"/>
                <a:ea typeface="Arial"/>
                <a:cs typeface="Arial"/>
                <a:sym typeface="Arial"/>
                <a:hlinkClick r:id="rId3"/>
              </a:rPr>
              <a:t>Deal Pricing Sheet link</a:t>
            </a:r>
            <a:endParaRPr b="0" i="0" sz="1400" u="none" cap="none" strike="noStrike">
              <a:solidFill>
                <a:srgbClr val="000000"/>
              </a:solidFill>
              <a:latin typeface="Arial"/>
              <a:ea typeface="Arial"/>
              <a:cs typeface="Arial"/>
              <a:sym typeface="Arial"/>
            </a:endParaRPr>
          </a:p>
        </p:txBody>
      </p:sp>
      <p:pic>
        <p:nvPicPr>
          <p:cNvPr id="398" name="Google Shape;398;p44" title="Screenshot 2025-12-18 at 7.10.38 AM.png"/>
          <p:cNvPicPr preferRelativeResize="0"/>
          <p:nvPr/>
        </p:nvPicPr>
        <p:blipFill rotWithShape="1">
          <a:blip r:embed="rId4">
            <a:alphaModFix/>
          </a:blip>
          <a:srcRect b="0" l="0" r="0" t="0"/>
          <a:stretch/>
        </p:blipFill>
        <p:spPr>
          <a:xfrm>
            <a:off x="152400" y="966000"/>
            <a:ext cx="8839204" cy="1169641"/>
          </a:xfrm>
          <a:prstGeom prst="rect">
            <a:avLst/>
          </a:prstGeom>
          <a:noFill/>
          <a:ln>
            <a:noFill/>
          </a:ln>
        </p:spPr>
      </p:pic>
      <p:sp>
        <p:nvSpPr>
          <p:cNvPr id="399" name="Google Shape;399;p44"/>
          <p:cNvSpPr txBox="1"/>
          <p:nvPr/>
        </p:nvSpPr>
        <p:spPr>
          <a:xfrm>
            <a:off x="0" y="0"/>
            <a:ext cx="9144000" cy="285300"/>
          </a:xfrm>
          <a:prstGeom prst="rect">
            <a:avLst/>
          </a:prstGeom>
          <a:solidFill>
            <a:schemeClr val="accent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UPDATE MANUALLY</a:t>
            </a:r>
            <a:endParaRPr b="1" i="0" sz="1400" u="none" cap="none" strike="noStrike">
              <a:solidFill>
                <a:schemeClr val="lt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5"/>
          <p:cNvSpPr txBox="1"/>
          <p:nvPr>
            <p:ph type="title"/>
          </p:nvPr>
        </p:nvSpPr>
        <p:spPr>
          <a:xfrm>
            <a:off x="365750" y="228600"/>
            <a:ext cx="8321100" cy="5850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000"/>
              </a:spcAft>
              <a:buSzPts val="2600"/>
              <a:buNone/>
            </a:pPr>
            <a:r>
              <a:rPr lang="en"/>
              <a:t>Assumptions &amp; Commitments</a:t>
            </a:r>
            <a:endParaRPr/>
          </a:p>
        </p:txBody>
      </p:sp>
      <p:sp>
        <p:nvSpPr>
          <p:cNvPr id="405" name="Google Shape;405;p4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406" name="Google Shape;406;p45"/>
          <p:cNvSpPr txBox="1"/>
          <p:nvPr>
            <p:ph idx="4294967295" type="title"/>
          </p:nvPr>
        </p:nvSpPr>
        <p:spPr>
          <a:xfrm>
            <a:off x="3616050" y="4804200"/>
            <a:ext cx="1911900" cy="307800"/>
          </a:xfrm>
          <a:prstGeom prst="rect">
            <a:avLst/>
          </a:prstGeom>
          <a:noFill/>
          <a:ln>
            <a:noFill/>
          </a:ln>
        </p:spPr>
        <p:txBody>
          <a:bodyPr anchorCtr="0" anchor="t" bIns="91425" lIns="91425" spcFirstLastPara="1" rIns="91425" wrap="square" tIns="91425">
            <a:spAutoFit/>
          </a:bodyPr>
          <a:lstStyle/>
          <a:p>
            <a:pPr indent="0" lvl="0" marL="0" rtl="0" algn="ctr">
              <a:lnSpc>
                <a:spcPct val="105000"/>
              </a:lnSpc>
              <a:spcBef>
                <a:spcPts val="0"/>
              </a:spcBef>
              <a:spcAft>
                <a:spcPts val="0"/>
              </a:spcAft>
              <a:buSzPts val="2600"/>
              <a:buNone/>
            </a:pPr>
            <a:r>
              <a:rPr lang="en" sz="800">
                <a:solidFill>
                  <a:srgbClr val="A20000"/>
                </a:solidFill>
              </a:rPr>
              <a:t>This deck is for internal use only</a:t>
            </a:r>
            <a:endParaRPr sz="800">
              <a:solidFill>
                <a:srgbClr val="A20000"/>
              </a:solidFill>
            </a:endParaRPr>
          </a:p>
        </p:txBody>
      </p:sp>
      <p:sp>
        <p:nvSpPr>
          <p:cNvPr id="407" name="Google Shape;407;p45"/>
          <p:cNvSpPr txBox="1"/>
          <p:nvPr/>
        </p:nvSpPr>
        <p:spPr>
          <a:xfrm>
            <a:off x="457200" y="691450"/>
            <a:ext cx="8537100" cy="2247765"/>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800"/>
              <a:buFont typeface="Arial"/>
              <a:buNone/>
            </a:pPr>
            <a:r>
              <a:rPr b="0" i="0" lang="en" sz="1000" u="none" cap="none" strike="noStrike">
                <a:solidFill>
                  <a:srgbClr val="000000"/>
                </a:solidFill>
                <a:latin typeface="Arial"/>
                <a:ea typeface="Arial"/>
                <a:cs typeface="Arial"/>
                <a:sym typeface="Arial"/>
              </a:rPr>
              <a:t>{{assum_commitments}}</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Access Requirements</a:t>
            </a:r>
            <a:endParaRPr b="1" i="0" sz="1400" u="none" cap="none" strike="noStrike">
              <a:solidFill>
                <a:srgbClr val="000000"/>
              </a:solidFill>
              <a:latin typeface="Arial"/>
              <a:ea typeface="Arial"/>
              <a:cs typeface="Arial"/>
              <a:sym typeface="Arial"/>
            </a:endParaRPr>
          </a:p>
          <a:p>
            <a:pPr indent="-279400" lvl="0" marL="457200" marR="0" rtl="0" algn="l">
              <a:lnSpc>
                <a:spcPct val="115000"/>
              </a:lnSpc>
              <a:spcBef>
                <a:spcPts val="400"/>
              </a:spcBef>
              <a:spcAft>
                <a:spcPts val="0"/>
              </a:spcAft>
              <a:buClr>
                <a:srgbClr val="000000"/>
              </a:buClr>
              <a:buSzPts val="800"/>
              <a:buFont typeface="Arial"/>
              <a:buChar char="•"/>
            </a:pPr>
            <a:r>
              <a:rPr b="0" i="0" lang="en" sz="800" u="none" cap="none" strike="noStrike">
                <a:solidFill>
                  <a:srgbClr val="000000"/>
                </a:solidFill>
                <a:latin typeface="Arial"/>
                <a:ea typeface="Arial"/>
                <a:cs typeface="Arial"/>
                <a:sym typeface="Arial"/>
              </a:rPr>
              <a:t>{{assum_access}}</a:t>
            </a:r>
            <a:endParaRPr b="0" i="0" sz="8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Roles &amp; Responsibilities</a:t>
            </a:r>
            <a:endParaRPr b="1" i="0" sz="14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None/>
            </a:pPr>
            <a:r>
              <a:rPr b="0" i="0" lang="en" sz="800" u="none" cap="none" strike="noStrike">
                <a:solidFill>
                  <a:srgbClr val="000000"/>
                </a:solidFill>
                <a:latin typeface="Arial"/>
                <a:ea typeface="Arial"/>
                <a:cs typeface="Arial"/>
                <a:sym typeface="Arial"/>
              </a:rPr>
              <a:t>{{assum_roles}}</a:t>
            </a:r>
            <a:endParaRPr b="0" i="0" sz="8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Out-of-Scope Clarifications</a:t>
            </a:r>
            <a:endParaRPr b="1" i="0" sz="1400" u="none" cap="none" strike="noStrike">
              <a:solidFill>
                <a:srgbClr val="000000"/>
              </a:solidFill>
              <a:latin typeface="Arial"/>
              <a:ea typeface="Arial"/>
              <a:cs typeface="Arial"/>
              <a:sym typeface="Arial"/>
            </a:endParaRPr>
          </a:p>
          <a:p>
            <a:pPr indent="-279400" lvl="0" marL="457200" marR="0" rtl="0" algn="l">
              <a:lnSpc>
                <a:spcPct val="115000"/>
              </a:lnSpc>
              <a:spcBef>
                <a:spcPts val="400"/>
              </a:spcBef>
              <a:spcAft>
                <a:spcPts val="0"/>
              </a:spcAft>
              <a:buClr>
                <a:srgbClr val="000000"/>
              </a:buClr>
              <a:buSzPts val="800"/>
              <a:buFont typeface="Arial"/>
              <a:buChar char="•"/>
            </a:pPr>
            <a:r>
              <a:rPr b="0" i="0" lang="en" sz="800" u="none" cap="none" strike="noStrike">
                <a:solidFill>
                  <a:srgbClr val="000000"/>
                </a:solidFill>
                <a:latin typeface="Arial"/>
                <a:ea typeface="Arial"/>
                <a:cs typeface="Arial"/>
                <a:sym typeface="Arial"/>
              </a:rPr>
              <a:t>{{assum_clarification}}</a:t>
            </a:r>
            <a:endParaRPr b="0" i="0" sz="1100" u="none" cap="none" strike="noStrike">
              <a:solidFill>
                <a:srgbClr val="000000"/>
              </a:solidFill>
              <a:latin typeface="Arial"/>
              <a:ea typeface="Arial"/>
              <a:cs typeface="Arial"/>
              <a:sym typeface="Arial"/>
            </a:endParaRPr>
          </a:p>
        </p:txBody>
      </p:sp>
      <p:sp>
        <p:nvSpPr>
          <p:cNvPr id="408" name="Google Shape;408;p45"/>
          <p:cNvSpPr txBox="1"/>
          <p:nvPr/>
        </p:nvSpPr>
        <p:spPr>
          <a:xfrm>
            <a:off x="0" y="0"/>
            <a:ext cx="9144000" cy="285300"/>
          </a:xfrm>
          <a:prstGeom prst="rect">
            <a:avLst/>
          </a:pr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Content from Proposal Generator Agent - REVIEW BEFORE USING!!!</a:t>
            </a:r>
            <a:endParaRPr b="1" i="0" sz="1400" u="none" cap="none" strike="noStrike">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6"/>
          <p:cNvSpPr txBox="1"/>
          <p:nvPr>
            <p:ph type="title"/>
          </p:nvPr>
        </p:nvSpPr>
        <p:spPr>
          <a:xfrm>
            <a:off x="365750" y="228600"/>
            <a:ext cx="8321100" cy="5850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000"/>
              </a:spcAft>
              <a:buSzPts val="2600"/>
              <a:buNone/>
            </a:pPr>
            <a:r>
              <a:rPr lang="en"/>
              <a:t>Risks and Mitigation</a:t>
            </a:r>
            <a:endParaRPr/>
          </a:p>
        </p:txBody>
      </p:sp>
      <p:sp>
        <p:nvSpPr>
          <p:cNvPr id="414" name="Google Shape;414;p4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415" name="Google Shape;415;p46"/>
          <p:cNvSpPr txBox="1"/>
          <p:nvPr>
            <p:ph idx="4294967295" type="title"/>
          </p:nvPr>
        </p:nvSpPr>
        <p:spPr>
          <a:xfrm>
            <a:off x="3616050" y="4804200"/>
            <a:ext cx="1911900" cy="307800"/>
          </a:xfrm>
          <a:prstGeom prst="rect">
            <a:avLst/>
          </a:prstGeom>
          <a:noFill/>
          <a:ln>
            <a:noFill/>
          </a:ln>
        </p:spPr>
        <p:txBody>
          <a:bodyPr anchorCtr="0" anchor="t" bIns="91425" lIns="91425" spcFirstLastPara="1" rIns="91425" wrap="square" tIns="91425">
            <a:spAutoFit/>
          </a:bodyPr>
          <a:lstStyle/>
          <a:p>
            <a:pPr indent="0" lvl="0" marL="0" rtl="0" algn="ctr">
              <a:lnSpc>
                <a:spcPct val="105000"/>
              </a:lnSpc>
              <a:spcBef>
                <a:spcPts val="0"/>
              </a:spcBef>
              <a:spcAft>
                <a:spcPts val="0"/>
              </a:spcAft>
              <a:buSzPts val="2600"/>
              <a:buNone/>
            </a:pPr>
            <a:r>
              <a:rPr lang="en" sz="800">
                <a:solidFill>
                  <a:srgbClr val="A20000"/>
                </a:solidFill>
              </a:rPr>
              <a:t>This deck is for internal use only</a:t>
            </a:r>
            <a:endParaRPr sz="800">
              <a:solidFill>
                <a:srgbClr val="A20000"/>
              </a:solidFill>
            </a:endParaRPr>
          </a:p>
        </p:txBody>
      </p:sp>
      <p:graphicFrame>
        <p:nvGraphicFramePr>
          <p:cNvPr id="416" name="Google Shape;416;p46"/>
          <p:cNvGraphicFramePr/>
          <p:nvPr/>
        </p:nvGraphicFramePr>
        <p:xfrm>
          <a:off x="464125" y="757156"/>
          <a:ext cx="3000000" cy="3000000"/>
        </p:xfrm>
        <a:graphic>
          <a:graphicData uri="http://schemas.openxmlformats.org/drawingml/2006/table">
            <a:tbl>
              <a:tblPr>
                <a:noFill/>
                <a:tableStyleId>{D0926092-58F6-4A26-AC48-2F5012AF6B4A}</a:tableStyleId>
              </a:tblPr>
              <a:tblGrid>
                <a:gridCol w="953925"/>
                <a:gridCol w="3050450"/>
                <a:gridCol w="679600"/>
                <a:gridCol w="3300225"/>
              </a:tblGrid>
              <a:tr h="210200">
                <a:tc>
                  <a:txBody>
                    <a:bodyPr/>
                    <a:lstStyle/>
                    <a:p>
                      <a:pPr indent="0" lvl="0" marL="0" marR="0" rtl="0" algn="ctr">
                        <a:lnSpc>
                          <a:spcPct val="115000"/>
                        </a:lnSpc>
                        <a:spcBef>
                          <a:spcPts val="0"/>
                        </a:spcBef>
                        <a:spcAft>
                          <a:spcPts val="0"/>
                        </a:spcAft>
                        <a:buClr>
                          <a:srgbClr val="000000"/>
                        </a:buClr>
                        <a:buSzPts val="800"/>
                        <a:buFont typeface="Arial"/>
                        <a:buNone/>
                      </a:pPr>
                      <a:r>
                        <a:rPr b="1" lang="en" sz="800" u="none" cap="none" strike="noStrike">
                          <a:solidFill>
                            <a:schemeClr val="lt1"/>
                          </a:solidFill>
                        </a:rPr>
                        <a:t>Risk Category</a:t>
                      </a:r>
                      <a:endParaRPr sz="800" u="none" cap="none" strike="noStrike">
                        <a:solidFill>
                          <a:schemeClr val="lt1"/>
                        </a:solidFill>
                      </a:endParaRPr>
                    </a:p>
                  </a:txBody>
                  <a:tcPr marT="63500" marB="63500" marR="63500" marL="635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n" sz="800" u="none" cap="none" strike="noStrike">
                          <a:solidFill>
                            <a:schemeClr val="lt1"/>
                          </a:solidFill>
                        </a:rPr>
                        <a:t>Risk Description</a:t>
                      </a:r>
                      <a:endParaRPr sz="800" u="none" cap="none" strike="noStrike">
                        <a:solidFill>
                          <a:schemeClr val="lt1"/>
                        </a:solidFill>
                      </a:endParaRPr>
                    </a:p>
                  </a:txBody>
                  <a:tcPr marT="63500" marB="63500" marR="63500" marL="635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n" sz="800" u="none" cap="none" strike="noStrike">
                          <a:solidFill>
                            <a:schemeClr val="lt1"/>
                          </a:solidFill>
                        </a:rPr>
                        <a:t>Impact</a:t>
                      </a:r>
                      <a:endParaRPr sz="800" u="none" cap="none" strike="noStrike">
                        <a:solidFill>
                          <a:schemeClr val="lt1"/>
                        </a:solidFill>
                      </a:endParaRPr>
                    </a:p>
                  </a:txBody>
                  <a:tcPr marT="63500" marB="63500" marR="63500" marL="635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n" sz="800" u="none" cap="none" strike="noStrike">
                          <a:solidFill>
                            <a:schemeClr val="lt1"/>
                          </a:solidFill>
                        </a:rPr>
                        <a:t>Mitigation Strategy</a:t>
                      </a:r>
                      <a:endParaRPr sz="800" u="none" cap="none" strike="noStrike">
                        <a:solidFill>
                          <a:schemeClr val="lt1"/>
                        </a:solidFill>
                      </a:endParaRPr>
                    </a:p>
                  </a:txBody>
                  <a:tcPr marT="63500" marB="63500" marR="63500" marL="635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r>
              <a:tr h="321500">
                <a:tc>
                  <a:txBody>
                    <a:bodyPr/>
                    <a:lstStyle/>
                    <a:p>
                      <a:pPr indent="0" lvl="0" marL="0" marR="0" rtl="0" algn="l">
                        <a:lnSpc>
                          <a:spcPct val="115000"/>
                        </a:lnSpc>
                        <a:spcBef>
                          <a:spcPts val="0"/>
                        </a:spcBef>
                        <a:spcAft>
                          <a:spcPts val="0"/>
                        </a:spcAft>
                        <a:buClr>
                          <a:srgbClr val="000000"/>
                        </a:buClr>
                        <a:buSzPts val="800"/>
                        <a:buFont typeface="Arial"/>
                        <a:buNone/>
                      </a:pPr>
                      <a:r>
                        <a:rPr b="1" lang="en" sz="800" u="none" cap="none" strike="noStrike"/>
                        <a:t>Organizational</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00000"/>
                      </a:solidFill>
                      <a:prstDash val="solid"/>
                      <a:round/>
                      <a:headEnd len="sm" w="sm" type="none"/>
                      <a:tailEnd len="sm" w="sm" type="none"/>
                    </a:lnB>
                    <a:solidFill>
                      <a:srgbClr val="C8C8C8"/>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{{risks_org}}</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{{impact_org}}</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{{mitigation_org}}</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00000"/>
                      </a:solidFill>
                      <a:prstDash val="solid"/>
                      <a:round/>
                      <a:headEnd len="sm" w="sm" type="none"/>
                      <a:tailEnd len="sm" w="sm" type="none"/>
                    </a:lnB>
                  </a:tcPr>
                </a:tc>
              </a:tr>
              <a:tr h="321500">
                <a:tc>
                  <a:txBody>
                    <a:bodyPr/>
                    <a:lstStyle/>
                    <a:p>
                      <a:pPr indent="0" lvl="0" marL="0" marR="0" rtl="0" algn="l">
                        <a:lnSpc>
                          <a:spcPct val="115000"/>
                        </a:lnSpc>
                        <a:spcBef>
                          <a:spcPts val="0"/>
                        </a:spcBef>
                        <a:spcAft>
                          <a:spcPts val="0"/>
                        </a:spcAft>
                        <a:buClr>
                          <a:srgbClr val="000000"/>
                        </a:buClr>
                        <a:buSzPts val="800"/>
                        <a:buFont typeface="Arial"/>
                        <a:buNone/>
                      </a:pPr>
                      <a:r>
                        <a:rPr b="1" lang="en" sz="800" u="none" cap="none" strike="noStrike"/>
                        <a:t>Governance</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8C8C8"/>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{{risks_gov}}</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{{impact_gov}}</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{{mitigation_gov}}</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1500">
                <a:tc>
                  <a:txBody>
                    <a:bodyPr/>
                    <a:lstStyle/>
                    <a:p>
                      <a:pPr indent="0" lvl="0" marL="0" marR="0" rtl="0" algn="l">
                        <a:lnSpc>
                          <a:spcPct val="115000"/>
                        </a:lnSpc>
                        <a:spcBef>
                          <a:spcPts val="0"/>
                        </a:spcBef>
                        <a:spcAft>
                          <a:spcPts val="0"/>
                        </a:spcAft>
                        <a:buClr>
                          <a:srgbClr val="000000"/>
                        </a:buClr>
                        <a:buSzPts val="800"/>
                        <a:buFont typeface="Arial"/>
                        <a:buNone/>
                      </a:pPr>
                      <a:r>
                        <a:rPr b="1" lang="en" sz="800" u="none" cap="none" strike="noStrike"/>
                        <a:t>Technical</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8C8C8"/>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{{risks_tech}}</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{{impact_tech}}</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{{mitigation_tech}}</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1500">
                <a:tc>
                  <a:txBody>
                    <a:bodyPr/>
                    <a:lstStyle/>
                    <a:p>
                      <a:pPr indent="0" lvl="0" marL="0" marR="0" rtl="0" algn="l">
                        <a:lnSpc>
                          <a:spcPct val="115000"/>
                        </a:lnSpc>
                        <a:spcBef>
                          <a:spcPts val="0"/>
                        </a:spcBef>
                        <a:spcAft>
                          <a:spcPts val="0"/>
                        </a:spcAft>
                        <a:buClr>
                          <a:srgbClr val="000000"/>
                        </a:buClr>
                        <a:buSzPts val="800"/>
                        <a:buFont typeface="Arial"/>
                        <a:buNone/>
                      </a:pPr>
                      <a:r>
                        <a:rPr b="1" lang="en" sz="800" u="none" cap="none" strike="noStrike"/>
                        <a:t>Resource</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8C8C8"/>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{{risks_resource}}</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{{impact_resource}}</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{{mitigation_resource}}</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1500">
                <a:tc>
                  <a:txBody>
                    <a:bodyPr/>
                    <a:lstStyle/>
                    <a:p>
                      <a:pPr indent="0" lvl="0" marL="0" marR="0" rtl="0" algn="l">
                        <a:lnSpc>
                          <a:spcPct val="115000"/>
                        </a:lnSpc>
                        <a:spcBef>
                          <a:spcPts val="0"/>
                        </a:spcBef>
                        <a:spcAft>
                          <a:spcPts val="0"/>
                        </a:spcAft>
                        <a:buClr>
                          <a:srgbClr val="000000"/>
                        </a:buClr>
                        <a:buSzPts val="800"/>
                        <a:buFont typeface="Arial"/>
                        <a:buNone/>
                      </a:pPr>
                      <a:r>
                        <a:rPr b="1" lang="en" sz="800" u="none" cap="none" strike="noStrike"/>
                        <a:t>Scope</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8C8C8"/>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{{risks_scope}}</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{{impact_scope}}</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{{mitigation_scope}}</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1500">
                <a:tc>
                  <a:txBody>
                    <a:bodyPr/>
                    <a:lstStyle/>
                    <a:p>
                      <a:pPr indent="0" lvl="0" marL="0" marR="0" rtl="0" algn="l">
                        <a:lnSpc>
                          <a:spcPct val="115000"/>
                        </a:lnSpc>
                        <a:spcBef>
                          <a:spcPts val="0"/>
                        </a:spcBef>
                        <a:spcAft>
                          <a:spcPts val="0"/>
                        </a:spcAft>
                        <a:buClr>
                          <a:srgbClr val="000000"/>
                        </a:buClr>
                        <a:buSzPts val="800"/>
                        <a:buFont typeface="Arial"/>
                        <a:buNone/>
                      </a:pPr>
                      <a:r>
                        <a:rPr b="1" lang="en" sz="800" u="none" cap="none" strike="noStrike"/>
                        <a:t>Timeline</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8C8C8"/>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{{risks_timeline}}</a:t>
                      </a:r>
                      <a:endParaRPr sz="800" u="none" cap="none" strike="noStrike"/>
                    </a:p>
                  </a:txBody>
                  <a:tcPr marT="45700" marB="45700" marR="45700" marL="457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{{impact_timeline}}</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{{mitigation_timeline}}</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1500">
                <a:tc>
                  <a:txBody>
                    <a:bodyPr/>
                    <a:lstStyle/>
                    <a:p>
                      <a:pPr indent="0" lvl="0" marL="0" marR="0" rtl="0" algn="l">
                        <a:lnSpc>
                          <a:spcPct val="115000"/>
                        </a:lnSpc>
                        <a:spcBef>
                          <a:spcPts val="0"/>
                        </a:spcBef>
                        <a:spcAft>
                          <a:spcPts val="0"/>
                        </a:spcAft>
                        <a:buClr>
                          <a:srgbClr val="000000"/>
                        </a:buClr>
                        <a:buSzPts val="800"/>
                        <a:buFont typeface="Arial"/>
                        <a:buNone/>
                      </a:pPr>
                      <a:r>
                        <a:rPr b="1" lang="en" sz="800" u="none" cap="none" strike="noStrike"/>
                        <a:t>Adoption</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8C8C8"/>
                    </a:solidFill>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{{risks_adopt}}</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{{impact_adopt}}</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lang="en" sz="800" u="none" cap="none" strike="noStrike"/>
                        <a:t>{{mitigation_adoption}}</a:t>
                      </a:r>
                      <a:endParaRPr sz="800" u="none" cap="none" strike="noStrike"/>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417" name="Google Shape;417;p46"/>
          <p:cNvSpPr txBox="1"/>
          <p:nvPr/>
        </p:nvSpPr>
        <p:spPr>
          <a:xfrm>
            <a:off x="464125" y="3805214"/>
            <a:ext cx="7984200" cy="5007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15000"/>
              </a:lnSpc>
              <a:spcBef>
                <a:spcPts val="60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Additional Risk Considerations</a:t>
            </a:r>
            <a:endParaRPr b="1" i="0" sz="800" u="none" cap="none" strike="noStrike">
              <a:solidFill>
                <a:srgbClr val="000000"/>
              </a:solidFill>
              <a:latin typeface="Arial"/>
              <a:ea typeface="Arial"/>
              <a:cs typeface="Arial"/>
              <a:sym typeface="Arial"/>
            </a:endParaRPr>
          </a:p>
          <a:p>
            <a:pPr indent="-279400" lvl="0" marL="457200" marR="0" rtl="0" algn="l">
              <a:lnSpc>
                <a:spcPct val="115000"/>
              </a:lnSpc>
              <a:spcBef>
                <a:spcPts val="400"/>
              </a:spcBef>
              <a:spcAft>
                <a:spcPts val="0"/>
              </a:spcAft>
              <a:buClr>
                <a:srgbClr val="000000"/>
              </a:buClr>
              <a:buSzPts val="800"/>
              <a:buFont typeface="Arial"/>
              <a:buChar char="●"/>
            </a:pPr>
            <a:r>
              <a:rPr b="0" i="0" lang="en" sz="800" u="none" cap="none" strike="noStrike">
                <a:solidFill>
                  <a:srgbClr val="000000"/>
                </a:solidFill>
                <a:latin typeface="Arial"/>
                <a:ea typeface="Arial"/>
                <a:cs typeface="Arial"/>
                <a:sym typeface="Arial"/>
              </a:rPr>
              <a:t>{{additional_risk_considerations}}</a:t>
            </a:r>
            <a:endParaRPr b="0" i="0" sz="800" u="none" cap="none" strike="noStrike">
              <a:solidFill>
                <a:srgbClr val="000000"/>
              </a:solidFill>
              <a:latin typeface="Arial"/>
              <a:ea typeface="Arial"/>
              <a:cs typeface="Arial"/>
              <a:sym typeface="Arial"/>
            </a:endParaRPr>
          </a:p>
        </p:txBody>
      </p:sp>
      <p:sp>
        <p:nvSpPr>
          <p:cNvPr id="418" name="Google Shape;418;p46"/>
          <p:cNvSpPr txBox="1"/>
          <p:nvPr/>
        </p:nvSpPr>
        <p:spPr>
          <a:xfrm>
            <a:off x="0" y="0"/>
            <a:ext cx="9144000" cy="285300"/>
          </a:xfrm>
          <a:prstGeom prst="rect">
            <a:avLst/>
          </a:pr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Content from Proposal Generator Agent - REVIEW BEFORE USING!!!</a:t>
            </a:r>
            <a:endParaRPr b="1" i="0" sz="1400" u="none" cap="none" strike="noStrike">
              <a:solidFill>
                <a:schemeClr val="lt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7"/>
          <p:cNvSpPr txBox="1"/>
          <p:nvPr>
            <p:ph type="title"/>
          </p:nvPr>
        </p:nvSpPr>
        <p:spPr>
          <a:xfrm>
            <a:off x="365750" y="228600"/>
            <a:ext cx="8321100" cy="5850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000"/>
              </a:spcAft>
              <a:buSzPts val="2600"/>
              <a:buNone/>
            </a:pPr>
            <a:r>
              <a:rPr lang="en"/>
              <a:t>Next Steps / Close Plan</a:t>
            </a:r>
            <a:endParaRPr/>
          </a:p>
        </p:txBody>
      </p:sp>
      <p:sp>
        <p:nvSpPr>
          <p:cNvPr id="424" name="Google Shape;424;p4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en"/>
              <a:t>‹#›</a:t>
            </a:fld>
            <a:endParaRPr/>
          </a:p>
        </p:txBody>
      </p:sp>
      <p:sp>
        <p:nvSpPr>
          <p:cNvPr id="425" name="Google Shape;425;p47"/>
          <p:cNvSpPr txBox="1"/>
          <p:nvPr>
            <p:ph idx="4294967295" type="title"/>
          </p:nvPr>
        </p:nvSpPr>
        <p:spPr>
          <a:xfrm>
            <a:off x="3616050" y="4804200"/>
            <a:ext cx="1911900" cy="307800"/>
          </a:xfrm>
          <a:prstGeom prst="rect">
            <a:avLst/>
          </a:prstGeom>
          <a:noFill/>
          <a:ln>
            <a:noFill/>
          </a:ln>
        </p:spPr>
        <p:txBody>
          <a:bodyPr anchorCtr="0" anchor="t" bIns="91425" lIns="91425" spcFirstLastPara="1" rIns="91425" wrap="square" tIns="91425">
            <a:spAutoFit/>
          </a:bodyPr>
          <a:lstStyle/>
          <a:p>
            <a:pPr indent="0" lvl="0" marL="0" rtl="0" algn="ctr">
              <a:lnSpc>
                <a:spcPct val="105000"/>
              </a:lnSpc>
              <a:spcBef>
                <a:spcPts val="0"/>
              </a:spcBef>
              <a:spcAft>
                <a:spcPts val="0"/>
              </a:spcAft>
              <a:buSzPts val="2600"/>
              <a:buNone/>
            </a:pPr>
            <a:r>
              <a:rPr lang="en" sz="800">
                <a:solidFill>
                  <a:srgbClr val="A20000"/>
                </a:solidFill>
              </a:rPr>
              <a:t>This deck is for internal use only</a:t>
            </a:r>
            <a:endParaRPr sz="800">
              <a:solidFill>
                <a:srgbClr val="A20000"/>
              </a:solidFill>
            </a:endParaRPr>
          </a:p>
        </p:txBody>
      </p:sp>
      <p:sp>
        <p:nvSpPr>
          <p:cNvPr id="426" name="Google Shape;426;p47"/>
          <p:cNvSpPr txBox="1"/>
          <p:nvPr/>
        </p:nvSpPr>
        <p:spPr>
          <a:xfrm>
            <a:off x="365750" y="877450"/>
            <a:ext cx="8487900" cy="706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700"/>
              <a:buFont typeface="Arial"/>
              <a:buNone/>
            </a:pPr>
            <a:r>
              <a:rPr b="1" i="0" lang="en" sz="1700" u="none" cap="none" strike="noStrike">
                <a:solidFill>
                  <a:srgbClr val="000000"/>
                </a:solidFill>
                <a:latin typeface="Arial"/>
                <a:ea typeface="Arial"/>
                <a:cs typeface="Arial"/>
                <a:sym typeface="Arial"/>
              </a:rPr>
              <a:t>Immediate Next Actions</a:t>
            </a:r>
            <a:endParaRPr b="1" i="0" sz="1700" u="none" cap="none" strike="noStrike">
              <a:solidFill>
                <a:srgbClr val="000000"/>
              </a:solidFill>
              <a:latin typeface="Arial"/>
              <a:ea typeface="Arial"/>
              <a:cs typeface="Arial"/>
              <a:sym typeface="Arial"/>
            </a:endParaRPr>
          </a:p>
          <a:p>
            <a:pPr indent="-298450" lvl="0" marL="457200" marR="0" rtl="0" algn="l">
              <a:lnSpc>
                <a:spcPct val="115000"/>
              </a:lnSpc>
              <a:spcBef>
                <a:spcPts val="40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{{next_actions}}</a:t>
            </a:r>
            <a:endParaRPr b="0" i="0" sz="1100" u="none" cap="none" strike="noStrike">
              <a:solidFill>
                <a:srgbClr val="000000"/>
              </a:solidFill>
              <a:latin typeface="Arial"/>
              <a:ea typeface="Arial"/>
              <a:cs typeface="Arial"/>
              <a:sym typeface="Arial"/>
            </a:endParaRPr>
          </a:p>
        </p:txBody>
      </p:sp>
      <p:sp>
        <p:nvSpPr>
          <p:cNvPr id="427" name="Google Shape;427;p47"/>
          <p:cNvSpPr txBox="1"/>
          <p:nvPr/>
        </p:nvSpPr>
        <p:spPr>
          <a:xfrm>
            <a:off x="0" y="0"/>
            <a:ext cx="9144000" cy="285300"/>
          </a:xfrm>
          <a:prstGeom prst="rect">
            <a:avLst/>
          </a:pr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Content from Proposal Generator Agent - REVIEW BEFORE USING!!!</a:t>
            </a:r>
            <a:endParaRPr b="1" i="0" sz="1400" u="none" cap="none" strike="noStrike">
              <a:solidFill>
                <a:schemeClr val="lt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8"/>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rmAutofit/>
          </a:bodyPr>
          <a:lstStyle/>
          <a:p>
            <a:pPr indent="0" lvl="0" marL="0" rtl="0" algn="l">
              <a:lnSpc>
                <a:spcPct val="74000"/>
              </a:lnSpc>
              <a:spcBef>
                <a:spcPts val="0"/>
              </a:spcBef>
              <a:spcAft>
                <a:spcPts val="1000"/>
              </a:spcAft>
              <a:buSzPts val="5200"/>
              <a:buNone/>
            </a:pPr>
            <a:r>
              <a:rPr lang="en" sz="5200">
                <a:solidFill>
                  <a:schemeClr val="lt1"/>
                </a:solidFill>
              </a:rPr>
              <a:t>THANK YOU</a:t>
            </a:r>
            <a:endParaRPr sz="5200">
              <a:solidFill>
                <a:schemeClr val="lt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Snowflake 2022">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3DA8E5"/>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